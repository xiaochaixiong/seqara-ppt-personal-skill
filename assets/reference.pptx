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charts/chart1.xml" ContentType="application/vnd.openxmlformats-officedocument.drawingml.chart+xml"/>
  <Override PartName="/ppt/embeddings/chart1.xlsx" ContentType="application/vnd.openxmlformats-officedocument.spreadsheetml.shee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862D"/>
    <a:srgbClr val="9FA5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'1.0' encoding='UTF-8' standalone='yes'?>
<Relationships xmlns="http://schemas.openxmlformats.org/package/2006/relationships"><Relationship Id="rIdPersonalData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'Data'!$B$1</c:f>
              <c:strCache>
                <c:ptCount val="1"/>
                <c:pt idx="0">
                  <c:v>合成数据</c:v>
                </c:pt>
              </c:strCache>
            </c:strRef>
          </c:tx>
          <c:spPr>
            <a:solidFill>
              <a:srgbClr val="1783FF"/>
            </a:solidFill>
          </c:spPr>
          <c:explosion val="0"/>
          <c:dPt>
            <c:idx val="0"/>
            <c:bubble3D val="0"/>
            <c:spPr>
              <a:solidFill>
                <a:srgbClr val="31507F"/>
              </a:solidFill>
              <a:ln>
                <a:noFill/>
              </a:ln>
            </c:spPr>
          </c:dPt>
          <c:dPt>
            <c:idx val="1"/>
            <c:bubble3D val="0"/>
            <c:spPr>
              <a:solidFill>
                <a:srgbClr val="5B7BA6"/>
              </a:solidFill>
              <a:ln>
                <a:noFill/>
              </a:ln>
            </c:spPr>
          </c:dPt>
          <c:dPt>
            <c:idx val="2"/>
            <c:bubble3D val="0"/>
            <c:spPr>
              <a:solidFill>
                <a:srgbClr val="8FA9C8"/>
              </a:solidFill>
              <a:ln>
                <a:noFill/>
              </a:ln>
            </c:spPr>
          </c:dPt>
          <c:dPt>
            <c:idx val="3"/>
            <c:bubble3D val="0"/>
            <c:spPr>
              <a:solidFill>
                <a:srgbClr val="C9D3E0"/>
              </a:solidFill>
              <a:ln>
                <a:noFill/>
              </a:ln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1E2A3A"/>
                    </a:solidFill>
                    <a:latin typeface="MiSans Normal" charset="-122"/>
                    <a:ea typeface="MiSans Normal" charset="-122"/>
                    <a:cs typeface="MiSans Normal" charset="-122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'Data'!$A$2:$A$5</c:f>
              <c:strCache>
                <c:ptCount val="4"/>
                <c:pt idx="0">
                  <c:v>类型甲</c:v>
                </c:pt>
                <c:pt idx="1">
                  <c:v>类型乙</c:v>
                </c:pt>
                <c:pt idx="2">
                  <c:v>类型丙</c:v>
                </c:pt>
                <c:pt idx="3">
                  <c:v>类型丁</c:v>
                </c:pt>
              </c:strCache>
            </c:strRef>
          </c:cat>
          <c:val>
            <c:numRef>
              <c:f>'Data'!$B$2:$B$5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20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  <c:holeSize val="58"/>
      </c:doughnutChart>
      <c:spPr>
        <a:noFill/>
        <a:ln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f3e5d595-3e40-4e8b-9b65-1b3105763a0b}"/>
      </c:ext>
    </c:extLst>
  </c:chart>
  <c:spPr>
    <a:noFill/>
    <a:ln>
      <a:noFill/>
    </a:ln>
  </c:spPr>
  <c:txPr>
    <a:bodyPr/>
    <a:lstStyle/>
    <a:p>
      <a:pPr>
        <a:defRPr lang="zh-CN"/>
      </a:pPr>
    </a:p>
  </c:txPr>
  <c:externalData r:id="rIdPersonalData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mplate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3" name="Synthetic template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MiSans Normal" charset="-122"/>
                <a:ea typeface="MiSans Normal" charset="-122"/>
                <a:cs typeface="MiSans Normal" charset="-122"/>
              </a:rPr>
            </a:fld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4" name="Synthetic template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" name="Synthetic template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MiSans Normal" charset="-122"/>
                <a:ea typeface="MiSans Normal" charset="-122"/>
                <a:cs typeface="MiSans Normal" charset="-122"/>
              </a:rPr>
            </a:fld>
            <a:endParaRPr lang="zh-CN" altLang="en-US">
              <a:latin typeface="MiSans Normal" charset="-122"/>
              <a:ea typeface="MiSans Normal" charset="-122"/>
              <a:cs typeface="MiSans Normal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iSans Normal" charset="-122"/>
                <a:ea typeface="MiSans Normal" charset="-122"/>
                <a:cs typeface="MiSans Normal" charset="-122"/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MiSans Normal" charset="-122"/>
        <a:ea typeface="MiSans Normal" charset="-122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/>
            </a:r>
          </a:p>
          <a:p>
            <a:r>
              <a:t/>
            </a:r>
          </a:p>
          <a:p>
            <a:r>
              <a:t/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jpeg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1" name="bldg"/>
          <p:cNvPicPr>
            <a:picLocks noChangeAspect="1"/>
          </p:cNvPicPr>
          <p:nvPr/>
        </p:nvPicPr>
        <p:blipFill>
          <a:blip r:embed="rId1"/>
          <a:srcRect t="11855" b="11855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  <a:ln>
            <a:noFill/>
          </a:ln>
        </p:spPr>
      </p:pic>
      <p:pic>
        <p:nvPicPr>
          <p:cNvPr id="22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81000"/>
            <a:ext cx="2489200" cy="546100"/>
          </a:xfrm>
          <a:prstGeom prst="rect">
            <a:avLst/>
          </a:prstGeom>
          <a:ln>
            <a:noFill/>
          </a:ln>
        </p:spPr>
      </p:pic>
      <p:sp>
        <p:nvSpPr>
          <p:cNvPr id="4" name="hd-dash"/>
          <p:cNvSpPr>
            <a:spLocks noGrp="1"/>
          </p:cNvSpPr>
          <p:nvPr/>
        </p:nvSpPr>
        <p:spPr>
          <a:xfrm>
            <a:off x="508000" y="1270000"/>
            <a:ext cx="3810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5" name="hd-line"/>
          <p:cNvSpPr>
            <a:spLocks noGrp="1"/>
          </p:cNvSpPr>
          <p:nvPr/>
        </p:nvSpPr>
        <p:spPr>
          <a:xfrm>
            <a:off x="965200" y="1308100"/>
            <a:ext cx="5334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" name="title"/>
          <p:cNvSpPr>
            <a:spLocks noGrp="1"/>
          </p:cNvSpPr>
          <p:nvPr/>
        </p:nvSpPr>
        <p:spPr>
          <a:xfrm>
            <a:off x="508000" y="2133600"/>
            <a:ext cx="7874000" cy="711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3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从素材到清晰表达</a:t>
            </a:r>
            <a:endParaRPr sz="3600"/>
          </a:p>
        </p:txBody>
      </p:sp>
      <p:sp>
        <p:nvSpPr>
          <p:cNvPr id="7" name="subtitle"/>
          <p:cNvSpPr>
            <a:spLocks noGrp="1"/>
          </p:cNvSpPr>
          <p:nvPr/>
        </p:nvSpPr>
        <p:spPr>
          <a:xfrm>
            <a:off x="508000" y="3022600"/>
            <a:ext cx="7874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合成演示项目复盘与行动</a:t>
            </a:r>
            <a:r>
              <a:rPr lang="zh-CN" sz="1600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计</a:t>
            </a:r>
            <a:r>
              <a:rPr sz="1600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划</a:t>
            </a:r>
            <a:endParaRPr sz="1600"/>
          </a:p>
        </p:txBody>
      </p:sp>
      <p:sp>
        <p:nvSpPr>
          <p:cNvPr id="8" name="sub-dash"/>
          <p:cNvSpPr>
            <a:spLocks noGrp="1"/>
          </p:cNvSpPr>
          <p:nvPr/>
        </p:nvSpPr>
        <p:spPr>
          <a:xfrm>
            <a:off x="508000" y="3657600"/>
            <a:ext cx="5842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9" name="en-line"/>
          <p:cNvSpPr>
            <a:spLocks noGrp="1"/>
          </p:cNvSpPr>
          <p:nvPr/>
        </p:nvSpPr>
        <p:spPr>
          <a:xfrm>
            <a:off x="508000" y="39370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spc="300">
                <a:solidFill>
                  <a:srgbClr val="6B7382"/>
                </a:solidFill>
                <a:latin typeface="MiSans Normal" charset="-122"/>
                <a:ea typeface="MiSans Normal" charset="-122"/>
                <a:cs typeface="MiSans Normal" charset="-122"/>
              </a:rPr>
              <a:t>DEMO PRESENTATION</a:t>
            </a:r>
            <a:endParaRPr sz="1100"/>
          </a:p>
        </p:txBody>
      </p:sp>
      <p:sp>
        <p:nvSpPr>
          <p:cNvPr id="10" name="info-ic1"/>
          <p:cNvSpPr>
            <a:spLocks noGrp="1"/>
          </p:cNvSpPr>
          <p:nvPr/>
        </p:nvSpPr>
        <p:spPr>
          <a:xfrm>
            <a:off x="508000" y="5537200"/>
            <a:ext cx="330200" cy="3302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info-i1"/>
          <p:cNvSpPr>
            <a:spLocks noGrp="1"/>
          </p:cNvSpPr>
          <p:nvPr/>
        </p:nvSpPr>
        <p:spPr>
          <a:xfrm>
            <a:off x="596900" y="562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24" y="248"/>
                </a:moveTo>
                <a:cubicBezTo>
                  <a:pt x="290" y="248"/>
                  <a:pt x="344" y="194"/>
                  <a:pt x="344" y="128"/>
                </a:cubicBezTo>
                <a:cubicBezTo>
                  <a:pt x="344" y="62"/>
                  <a:pt x="290" y="8"/>
                  <a:pt x="224" y="8"/>
                </a:cubicBezTo>
                <a:cubicBezTo>
                  <a:pt x="158" y="8"/>
                  <a:pt x="104" y="62"/>
                  <a:pt x="104" y="128"/>
                </a:cubicBezTo>
                <a:cubicBezTo>
                  <a:pt x="104" y="194"/>
                  <a:pt x="158" y="248"/>
                  <a:pt x="224" y="248"/>
                </a:cubicBezTo>
                <a:close/>
                <a:moveTo>
                  <a:pt x="194" y="304"/>
                </a:moveTo>
                <a:cubicBezTo>
                  <a:pt x="96" y="304"/>
                  <a:pt x="16" y="384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384"/>
                  <a:pt x="352" y="304"/>
                  <a:pt x="254" y="304"/>
                </a:cubicBezTo>
                <a:lnTo>
                  <a:pt x="194" y="3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" name="info-t1"/>
          <p:cNvSpPr>
            <a:spLocks noGrp="1"/>
          </p:cNvSpPr>
          <p:nvPr/>
        </p:nvSpPr>
        <p:spPr>
          <a:xfrm>
            <a:off x="939800" y="55372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演示者：示例用户</a:t>
            </a:r>
            <a:endParaRPr sz="1300"/>
          </a:p>
        </p:txBody>
      </p:sp>
      <p:sp>
        <p:nvSpPr>
          <p:cNvPr id="13" name="info-sep"/>
          <p:cNvSpPr>
            <a:spLocks noGrp="1"/>
          </p:cNvSpPr>
          <p:nvPr/>
        </p:nvSpPr>
        <p:spPr>
          <a:xfrm>
            <a:off x="2489200" y="5600700"/>
            <a:ext cx="12700" cy="2032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4" name="info-ic2"/>
          <p:cNvSpPr>
            <a:spLocks noGrp="1"/>
          </p:cNvSpPr>
          <p:nvPr/>
        </p:nvSpPr>
        <p:spPr>
          <a:xfrm>
            <a:off x="2692400" y="5537200"/>
            <a:ext cx="330200" cy="3302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info-i2"/>
          <p:cNvSpPr>
            <a:spLocks noGrp="1"/>
          </p:cNvSpPr>
          <p:nvPr/>
        </p:nvSpPr>
        <p:spPr>
          <a:xfrm>
            <a:off x="2781300" y="56261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28" y="0"/>
                </a:moveTo>
                <a:cubicBezTo>
                  <a:pt x="146" y="0"/>
                  <a:pt x="160" y="14"/>
                  <a:pt x="160" y="32"/>
                </a:cubicBezTo>
                <a:lnTo>
                  <a:pt x="160" y="64"/>
                </a:lnTo>
                <a:lnTo>
                  <a:pt x="288" y="64"/>
                </a:lnTo>
                <a:lnTo>
                  <a:pt x="288" y="32"/>
                </a:lnTo>
                <a:cubicBezTo>
                  <a:pt x="288" y="14"/>
                  <a:pt x="302" y="0"/>
                  <a:pt x="320" y="0"/>
                </a:cubicBezTo>
                <a:cubicBezTo>
                  <a:pt x="338" y="0"/>
                  <a:pt x="352" y="14"/>
                  <a:pt x="352" y="32"/>
                </a:cubicBezTo>
                <a:lnTo>
                  <a:pt x="352" y="64"/>
                </a:lnTo>
                <a:lnTo>
                  <a:pt x="384" y="64"/>
                </a:lnTo>
                <a:cubicBezTo>
                  <a:pt x="419" y="64"/>
                  <a:pt x="448" y="93"/>
                  <a:pt x="448" y="128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28"/>
                </a:lnTo>
                <a:cubicBezTo>
                  <a:pt x="0" y="93"/>
                  <a:pt x="29" y="64"/>
                  <a:pt x="64" y="64"/>
                </a:cubicBezTo>
                <a:lnTo>
                  <a:pt x="96" y="64"/>
                </a:lnTo>
                <a:lnTo>
                  <a:pt x="96" y="32"/>
                </a:lnTo>
                <a:cubicBezTo>
                  <a:pt x="96" y="14"/>
                  <a:pt x="110" y="0"/>
                  <a:pt x="128" y="0"/>
                </a:cubicBezTo>
                <a:close/>
                <a:moveTo>
                  <a:pt x="64" y="240"/>
                </a:moveTo>
                <a:lnTo>
                  <a:pt x="64" y="272"/>
                </a:lnTo>
                <a:cubicBezTo>
                  <a:pt x="64" y="281"/>
                  <a:pt x="71" y="288"/>
                  <a:pt x="80" y="288"/>
                </a:cubicBezTo>
                <a:lnTo>
                  <a:pt x="112" y="288"/>
                </a:lnTo>
                <a:cubicBezTo>
                  <a:pt x="121" y="288"/>
                  <a:pt x="128" y="281"/>
                  <a:pt x="128" y="272"/>
                </a:cubicBezTo>
                <a:lnTo>
                  <a:pt x="128" y="240"/>
                </a:lnTo>
                <a:cubicBezTo>
                  <a:pt x="128" y="231"/>
                  <a:pt x="121" y="224"/>
                  <a:pt x="112" y="224"/>
                </a:cubicBezTo>
                <a:lnTo>
                  <a:pt x="80" y="224"/>
                </a:lnTo>
                <a:cubicBezTo>
                  <a:pt x="71" y="224"/>
                  <a:pt x="64" y="231"/>
                  <a:pt x="64" y="240"/>
                </a:cubicBezTo>
                <a:close/>
                <a:moveTo>
                  <a:pt x="192" y="240"/>
                </a:moveTo>
                <a:lnTo>
                  <a:pt x="192" y="272"/>
                </a:lnTo>
                <a:cubicBezTo>
                  <a:pt x="192" y="281"/>
                  <a:pt x="199" y="288"/>
                  <a:pt x="208" y="288"/>
                </a:cubicBezTo>
                <a:lnTo>
                  <a:pt x="240" y="288"/>
                </a:lnTo>
                <a:cubicBezTo>
                  <a:pt x="249" y="288"/>
                  <a:pt x="256" y="281"/>
                  <a:pt x="256" y="272"/>
                </a:cubicBezTo>
                <a:lnTo>
                  <a:pt x="256" y="240"/>
                </a:lnTo>
                <a:cubicBezTo>
                  <a:pt x="256" y="231"/>
                  <a:pt x="249" y="224"/>
                  <a:pt x="240" y="224"/>
                </a:cubicBezTo>
                <a:lnTo>
                  <a:pt x="208" y="224"/>
                </a:lnTo>
                <a:cubicBezTo>
                  <a:pt x="199" y="224"/>
                  <a:pt x="192" y="231"/>
                  <a:pt x="192" y="240"/>
                </a:cubicBezTo>
                <a:close/>
                <a:moveTo>
                  <a:pt x="336" y="224"/>
                </a:moveTo>
                <a:cubicBezTo>
                  <a:pt x="327" y="224"/>
                  <a:pt x="320" y="231"/>
                  <a:pt x="320" y="240"/>
                </a:cubicBezTo>
                <a:lnTo>
                  <a:pt x="320" y="272"/>
                </a:lnTo>
                <a:cubicBezTo>
                  <a:pt x="320" y="281"/>
                  <a:pt x="327" y="288"/>
                  <a:pt x="336" y="288"/>
                </a:cubicBezTo>
                <a:lnTo>
                  <a:pt x="368" y="288"/>
                </a:lnTo>
                <a:cubicBezTo>
                  <a:pt x="377" y="288"/>
                  <a:pt x="384" y="281"/>
                  <a:pt x="384" y="272"/>
                </a:cubicBezTo>
                <a:lnTo>
                  <a:pt x="384" y="240"/>
                </a:lnTo>
                <a:cubicBezTo>
                  <a:pt x="384" y="231"/>
                  <a:pt x="377" y="224"/>
                  <a:pt x="368" y="224"/>
                </a:cubicBezTo>
                <a:lnTo>
                  <a:pt x="336" y="224"/>
                </a:lnTo>
                <a:close/>
                <a:moveTo>
                  <a:pt x="64" y="368"/>
                </a:move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112" y="416"/>
                </a:lnTo>
                <a:cubicBezTo>
                  <a:pt x="121" y="416"/>
                  <a:pt x="128" y="409"/>
                  <a:pt x="128" y="400"/>
                </a:cubicBezTo>
                <a:lnTo>
                  <a:pt x="128" y="368"/>
                </a:lnTo>
                <a:cubicBezTo>
                  <a:pt x="128" y="359"/>
                  <a:pt x="121" y="352"/>
                  <a:pt x="112" y="352"/>
                </a:cubicBezTo>
                <a:lnTo>
                  <a:pt x="80" y="352"/>
                </a:lnTo>
                <a:cubicBezTo>
                  <a:pt x="71" y="352"/>
                  <a:pt x="64" y="359"/>
                  <a:pt x="64" y="368"/>
                </a:cubicBezTo>
                <a:close/>
                <a:moveTo>
                  <a:pt x="208" y="352"/>
                </a:moveTo>
                <a:cubicBezTo>
                  <a:pt x="199" y="352"/>
                  <a:pt x="192" y="359"/>
                  <a:pt x="192" y="368"/>
                </a:cubicBezTo>
                <a:lnTo>
                  <a:pt x="192" y="400"/>
                </a:lnTo>
                <a:cubicBezTo>
                  <a:pt x="192" y="409"/>
                  <a:pt x="199" y="416"/>
                  <a:pt x="208" y="416"/>
                </a:cubicBezTo>
                <a:lnTo>
                  <a:pt x="240" y="416"/>
                </a:lnTo>
                <a:cubicBezTo>
                  <a:pt x="249" y="416"/>
                  <a:pt x="256" y="409"/>
                  <a:pt x="256" y="400"/>
                </a:cubicBezTo>
                <a:lnTo>
                  <a:pt x="256" y="368"/>
                </a:lnTo>
                <a:cubicBezTo>
                  <a:pt x="256" y="359"/>
                  <a:pt x="249" y="352"/>
                  <a:pt x="240" y="352"/>
                </a:cubicBezTo>
                <a:lnTo>
                  <a:pt x="208" y="352"/>
                </a:lnTo>
                <a:close/>
                <a:moveTo>
                  <a:pt x="320" y="368"/>
                </a:moveTo>
                <a:lnTo>
                  <a:pt x="320" y="400"/>
                </a:lnTo>
                <a:cubicBezTo>
                  <a:pt x="320" y="409"/>
                  <a:pt x="327" y="416"/>
                  <a:pt x="336" y="416"/>
                </a:cubicBezTo>
                <a:lnTo>
                  <a:pt x="368" y="416"/>
                </a:lnTo>
                <a:cubicBezTo>
                  <a:pt x="377" y="416"/>
                  <a:pt x="384" y="409"/>
                  <a:pt x="384" y="400"/>
                </a:cubicBezTo>
                <a:lnTo>
                  <a:pt x="384" y="368"/>
                </a:lnTo>
                <a:cubicBezTo>
                  <a:pt x="384" y="359"/>
                  <a:pt x="377" y="352"/>
                  <a:pt x="368" y="352"/>
                </a:cubicBezTo>
                <a:lnTo>
                  <a:pt x="336" y="352"/>
                </a:lnTo>
                <a:cubicBezTo>
                  <a:pt x="327" y="352"/>
                  <a:pt x="320" y="359"/>
                  <a:pt x="320" y="3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" name="info-t2"/>
          <p:cNvSpPr>
            <a:spLocks noGrp="1"/>
          </p:cNvSpPr>
          <p:nvPr/>
        </p:nvSpPr>
        <p:spPr>
          <a:xfrm>
            <a:off x="3124200" y="5537200"/>
            <a:ext cx="2159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日期：请填写</a:t>
            </a:r>
            <a:endParaRPr sz="1300"/>
          </a:p>
        </p:txBody>
      </p:sp>
      <p:sp>
        <p:nvSpPr>
          <p:cNvPr id="17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8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8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汇报路径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02 / 38</a:t>
            </a:r>
            <a:endParaRPr sz="950"/>
          </a:p>
        </p:txBody>
      </p:sp>
      <p:sp>
        <p:nvSpPr>
          <p:cNvPr id="8" name="r1-num"/>
          <p:cNvSpPr>
            <a:spLocks noGrp="1"/>
          </p:cNvSpPr>
          <p:nvPr/>
        </p:nvSpPr>
        <p:spPr>
          <a:xfrm>
            <a:off x="508000" y="213360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9" name="r1-n"/>
          <p:cNvSpPr>
            <a:spLocks noGrp="1"/>
          </p:cNvSpPr>
          <p:nvPr/>
        </p:nvSpPr>
        <p:spPr>
          <a:xfrm>
            <a:off x="508000" y="21336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26</a:t>
            </a:r>
            <a:endParaRPr sz="1800"/>
          </a:p>
        </p:txBody>
      </p:sp>
      <p:sp>
        <p:nvSpPr>
          <p:cNvPr id="10" name="r1-icon"/>
          <p:cNvSpPr>
            <a:spLocks noGrp="1"/>
          </p:cNvSpPr>
          <p:nvPr/>
        </p:nvSpPr>
        <p:spPr>
          <a:xfrm>
            <a:off x="1320800" y="22606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32" y="32"/>
                </a:moveTo>
                <a:cubicBezTo>
                  <a:pt x="50" y="32"/>
                  <a:pt x="64" y="46"/>
                  <a:pt x="64" y="64"/>
                </a:cubicBezTo>
                <a:lnTo>
                  <a:pt x="64" y="400"/>
                </a:lnTo>
                <a:cubicBezTo>
                  <a:pt x="64" y="409"/>
                  <a:pt x="71" y="416"/>
                  <a:pt x="80" y="416"/>
                </a:cubicBezTo>
                <a:lnTo>
                  <a:pt x="480" y="416"/>
                </a:lnTo>
                <a:cubicBezTo>
                  <a:pt x="498" y="416"/>
                  <a:pt x="512" y="430"/>
                  <a:pt x="512" y="448"/>
                </a:cubicBezTo>
                <a:cubicBezTo>
                  <a:pt x="512" y="466"/>
                  <a:pt x="498" y="480"/>
                  <a:pt x="480" y="480"/>
                </a:cubicBezTo>
                <a:lnTo>
                  <a:pt x="80" y="480"/>
                </a:lnTo>
                <a:cubicBezTo>
                  <a:pt x="36" y="480"/>
                  <a:pt x="0" y="444"/>
                  <a:pt x="0" y="400"/>
                </a:cubicBezTo>
                <a:lnTo>
                  <a:pt x="0" y="64"/>
                </a:lnTo>
                <a:cubicBezTo>
                  <a:pt x="0" y="46"/>
                  <a:pt x="14" y="32"/>
                  <a:pt x="32" y="32"/>
                </a:cubicBezTo>
                <a:close/>
              </a:path>
              <a:path w="512" h="512">
                <a:moveTo>
                  <a:pt x="144" y="224"/>
                </a:moveTo>
                <a:cubicBezTo>
                  <a:pt x="162" y="224"/>
                  <a:pt x="176" y="238"/>
                  <a:pt x="176" y="256"/>
                </a:cubicBezTo>
                <a:lnTo>
                  <a:pt x="176" y="320"/>
                </a:lnTo>
                <a:cubicBezTo>
                  <a:pt x="176" y="338"/>
                  <a:pt x="162" y="352"/>
                  <a:pt x="144" y="352"/>
                </a:cubicBezTo>
                <a:cubicBezTo>
                  <a:pt x="126" y="352"/>
                  <a:pt x="112" y="338"/>
                  <a:pt x="112" y="320"/>
                </a:cubicBezTo>
                <a:lnTo>
                  <a:pt x="112" y="256"/>
                </a:lnTo>
                <a:cubicBezTo>
                  <a:pt x="112" y="238"/>
                  <a:pt x="126" y="224"/>
                  <a:pt x="144" y="224"/>
                </a:cubicBezTo>
                <a:close/>
              </a:path>
              <a:path w="512" h="512">
                <a:moveTo>
                  <a:pt x="288" y="160"/>
                </a:moveTo>
                <a:lnTo>
                  <a:pt x="288" y="320"/>
                </a:lnTo>
                <a:cubicBezTo>
                  <a:pt x="288" y="338"/>
                  <a:pt x="274" y="352"/>
                  <a:pt x="256" y="352"/>
                </a:cubicBezTo>
                <a:cubicBezTo>
                  <a:pt x="238" y="352"/>
                  <a:pt x="224" y="338"/>
                  <a:pt x="224" y="320"/>
                </a:cubicBezTo>
                <a:lnTo>
                  <a:pt x="224" y="160"/>
                </a:lnTo>
                <a:cubicBezTo>
                  <a:pt x="224" y="142"/>
                  <a:pt x="238" y="128"/>
                  <a:pt x="256" y="128"/>
                </a:cubicBezTo>
                <a:cubicBezTo>
                  <a:pt x="274" y="128"/>
                  <a:pt x="288" y="142"/>
                  <a:pt x="288" y="160"/>
                </a:cubicBezTo>
                <a:close/>
              </a:path>
              <a:path w="512" h="512">
                <a:moveTo>
                  <a:pt x="368" y="192"/>
                </a:moveTo>
                <a:cubicBezTo>
                  <a:pt x="386" y="192"/>
                  <a:pt x="400" y="206"/>
                  <a:pt x="400" y="224"/>
                </a:cubicBezTo>
                <a:lnTo>
                  <a:pt x="400" y="320"/>
                </a:lnTo>
                <a:cubicBezTo>
                  <a:pt x="400" y="338"/>
                  <a:pt x="386" y="352"/>
                  <a:pt x="368" y="352"/>
                </a:cubicBezTo>
                <a:cubicBezTo>
                  <a:pt x="350" y="352"/>
                  <a:pt x="336" y="338"/>
                  <a:pt x="336" y="320"/>
                </a:cubicBezTo>
                <a:lnTo>
                  <a:pt x="336" y="224"/>
                </a:lnTo>
                <a:cubicBezTo>
                  <a:pt x="336" y="206"/>
                  <a:pt x="350" y="192"/>
                  <a:pt x="368" y="192"/>
                </a:cubicBezTo>
                <a:close/>
              </a:path>
              <a:path w="512" h="512">
                <a:moveTo>
                  <a:pt x="512" y="96"/>
                </a:moveTo>
                <a:lnTo>
                  <a:pt x="512" y="320"/>
                </a:lnTo>
                <a:cubicBezTo>
                  <a:pt x="512" y="338"/>
                  <a:pt x="498" y="352"/>
                  <a:pt x="480" y="352"/>
                </a:cubicBezTo>
                <a:cubicBezTo>
                  <a:pt x="462" y="352"/>
                  <a:pt x="448" y="338"/>
                  <a:pt x="448" y="320"/>
                </a:cubicBezTo>
                <a:lnTo>
                  <a:pt x="448" y="96"/>
                </a:lnTo>
                <a:cubicBezTo>
                  <a:pt x="448" y="78"/>
                  <a:pt x="462" y="64"/>
                  <a:pt x="480" y="64"/>
                </a:cubicBezTo>
                <a:cubicBezTo>
                  <a:pt x="498" y="64"/>
                  <a:pt x="512" y="78"/>
                  <a:pt x="512" y="9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1" name="r1-t"/>
          <p:cNvSpPr>
            <a:spLocks noGrp="1"/>
          </p:cNvSpPr>
          <p:nvPr/>
        </p:nvSpPr>
        <p:spPr>
          <a:xfrm>
            <a:off x="1778000" y="21336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12" name="r1-d"/>
          <p:cNvSpPr>
            <a:spLocks noGrp="1"/>
          </p:cNvSpPr>
          <p:nvPr/>
        </p:nvSpPr>
        <p:spPr>
          <a:xfrm>
            <a:off x="1778000" y="24130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3" name="r1-hook"/>
          <p:cNvSpPr>
            <a:spLocks noGrp="1"/>
          </p:cNvSpPr>
          <p:nvPr/>
        </p:nvSpPr>
        <p:spPr>
          <a:xfrm>
            <a:off x="9067800" y="20828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2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26项</a:t>
            </a:r>
            <a:endParaRPr sz="1600"/>
          </a:p>
        </p:txBody>
      </p:sp>
      <p:sp>
        <p:nvSpPr>
          <p:cNvPr id="14" name="r1-hooks"/>
          <p:cNvSpPr>
            <a:spLocks noGrp="1"/>
          </p:cNvSpPr>
          <p:nvPr/>
        </p:nvSpPr>
        <p:spPr>
          <a:xfrm>
            <a:off x="9067800" y="24892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15" name="track-188"/>
          <p:cNvSpPr>
            <a:spLocks noGrp="1"/>
          </p:cNvSpPr>
          <p:nvPr/>
        </p:nvSpPr>
        <p:spPr>
          <a:xfrm>
            <a:off x="2286000" y="2387600"/>
            <a:ext cx="6604000" cy="12700"/>
          </a:xfrm>
          <a:prstGeom prst="rect">
            <a:avLst/>
          </a:prstGeom>
          <a:solidFill>
            <a:srgbClr val="EDF0F4"/>
          </a:solidFill>
          <a:ln>
            <a:noFill/>
          </a:ln>
        </p:spPr>
      </p:sp>
      <p:sp>
        <p:nvSpPr>
          <p:cNvPr id="16" name="r1-conn"/>
          <p:cNvSpPr>
            <a:spLocks noGrp="1"/>
          </p:cNvSpPr>
          <p:nvPr/>
        </p:nvSpPr>
        <p:spPr>
          <a:xfrm>
            <a:off x="749300" y="2692400"/>
            <a:ext cx="25400" cy="4572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7" name="r2-num"/>
          <p:cNvSpPr>
            <a:spLocks noGrp="1"/>
          </p:cNvSpPr>
          <p:nvPr/>
        </p:nvSpPr>
        <p:spPr>
          <a:xfrm>
            <a:off x="508000" y="330200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8" name="r2-n"/>
          <p:cNvSpPr>
            <a:spLocks noGrp="1"/>
          </p:cNvSpPr>
          <p:nvPr/>
        </p:nvSpPr>
        <p:spPr>
          <a:xfrm>
            <a:off x="508000" y="33020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26</a:t>
            </a:r>
            <a:endParaRPr sz="1800"/>
          </a:p>
        </p:txBody>
      </p:sp>
      <p:sp>
        <p:nvSpPr>
          <p:cNvPr id="19" name="r2-icon"/>
          <p:cNvSpPr>
            <a:spLocks noGrp="1"/>
          </p:cNvSpPr>
          <p:nvPr/>
        </p:nvSpPr>
        <p:spPr>
          <a:xfrm>
            <a:off x="1320800" y="3429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416" y="208"/>
                </a:moveTo>
                <a:cubicBezTo>
                  <a:pt x="416" y="254"/>
                  <a:pt x="401" y="296"/>
                  <a:pt x="376" y="331"/>
                </a:cubicBezTo>
                <a:lnTo>
                  <a:pt x="503" y="457"/>
                </a:lnTo>
                <a:cubicBezTo>
                  <a:pt x="515" y="470"/>
                  <a:pt x="515" y="490"/>
                  <a:pt x="503" y="503"/>
                </a:cubicBezTo>
                <a:cubicBezTo>
                  <a:pt x="490" y="515"/>
                  <a:pt x="470" y="515"/>
                  <a:pt x="457" y="503"/>
                </a:cubicBezTo>
                <a:lnTo>
                  <a:pt x="331" y="376"/>
                </a:lnTo>
                <a:cubicBezTo>
                  <a:pt x="296" y="401"/>
                  <a:pt x="254" y="416"/>
                  <a:pt x="208" y="416"/>
                </a:cubicBezTo>
                <a:cubicBezTo>
                  <a:pt x="93" y="416"/>
                  <a:pt x="0" y="323"/>
                  <a:pt x="0" y="208"/>
                </a:cubicBezTo>
                <a:cubicBezTo>
                  <a:pt x="0" y="93"/>
                  <a:pt x="93" y="0"/>
                  <a:pt x="208" y="0"/>
                </a:cubicBezTo>
                <a:cubicBezTo>
                  <a:pt x="323" y="0"/>
                  <a:pt x="416" y="93"/>
                  <a:pt x="416" y="208"/>
                </a:cubicBezTo>
                <a:close/>
                <a:moveTo>
                  <a:pt x="104" y="216"/>
                </a:moveTo>
                <a:lnTo>
                  <a:pt x="104" y="280"/>
                </a:lnTo>
                <a:cubicBezTo>
                  <a:pt x="104" y="293"/>
                  <a:pt x="115" y="304"/>
                  <a:pt x="128" y="304"/>
                </a:cubicBezTo>
                <a:cubicBezTo>
                  <a:pt x="141" y="304"/>
                  <a:pt x="152" y="293"/>
                  <a:pt x="152" y="280"/>
                </a:cubicBezTo>
                <a:lnTo>
                  <a:pt x="152" y="216"/>
                </a:lnTo>
                <a:cubicBezTo>
                  <a:pt x="152" y="203"/>
                  <a:pt x="141" y="192"/>
                  <a:pt x="128" y="192"/>
                </a:cubicBezTo>
                <a:cubicBezTo>
                  <a:pt x="115" y="192"/>
                  <a:pt x="104" y="203"/>
                  <a:pt x="104" y="216"/>
                </a:cubicBezTo>
                <a:close/>
                <a:moveTo>
                  <a:pt x="184" y="120"/>
                </a:moveTo>
                <a:lnTo>
                  <a:pt x="184" y="280"/>
                </a:lnTo>
                <a:cubicBezTo>
                  <a:pt x="184" y="293"/>
                  <a:pt x="195" y="304"/>
                  <a:pt x="208" y="304"/>
                </a:cubicBezTo>
                <a:cubicBezTo>
                  <a:pt x="221" y="304"/>
                  <a:pt x="232" y="293"/>
                  <a:pt x="232" y="280"/>
                </a:cubicBezTo>
                <a:lnTo>
                  <a:pt x="232" y="120"/>
                </a:lnTo>
                <a:cubicBezTo>
                  <a:pt x="232" y="107"/>
                  <a:pt x="221" y="96"/>
                  <a:pt x="208" y="96"/>
                </a:cubicBezTo>
                <a:cubicBezTo>
                  <a:pt x="195" y="96"/>
                  <a:pt x="184" y="107"/>
                  <a:pt x="184" y="120"/>
                </a:cubicBezTo>
                <a:close/>
                <a:moveTo>
                  <a:pt x="264" y="184"/>
                </a:moveTo>
                <a:lnTo>
                  <a:pt x="264" y="280"/>
                </a:lnTo>
                <a:cubicBezTo>
                  <a:pt x="264" y="293"/>
                  <a:pt x="275" y="304"/>
                  <a:pt x="288" y="304"/>
                </a:cubicBezTo>
                <a:cubicBezTo>
                  <a:pt x="301" y="304"/>
                  <a:pt x="312" y="293"/>
                  <a:pt x="312" y="280"/>
                </a:cubicBezTo>
                <a:lnTo>
                  <a:pt x="312" y="184"/>
                </a:lnTo>
                <a:cubicBezTo>
                  <a:pt x="312" y="171"/>
                  <a:pt x="301" y="160"/>
                  <a:pt x="288" y="160"/>
                </a:cubicBezTo>
                <a:cubicBezTo>
                  <a:pt x="275" y="160"/>
                  <a:pt x="264" y="171"/>
                  <a:pt x="264" y="184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0" name="r2-t"/>
          <p:cNvSpPr>
            <a:spLocks noGrp="1"/>
          </p:cNvSpPr>
          <p:nvPr/>
        </p:nvSpPr>
        <p:spPr>
          <a:xfrm>
            <a:off x="1778000" y="33020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21" name="r2-d"/>
          <p:cNvSpPr>
            <a:spLocks noGrp="1"/>
          </p:cNvSpPr>
          <p:nvPr/>
        </p:nvSpPr>
        <p:spPr>
          <a:xfrm>
            <a:off x="1778000" y="35814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22" name="r2-hook"/>
          <p:cNvSpPr>
            <a:spLocks noGrp="1"/>
          </p:cNvSpPr>
          <p:nvPr/>
        </p:nvSpPr>
        <p:spPr>
          <a:xfrm>
            <a:off x="9067800" y="32512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2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26</a:t>
            </a:r>
            <a:endParaRPr sz="1600"/>
          </a:p>
        </p:txBody>
      </p:sp>
      <p:sp>
        <p:nvSpPr>
          <p:cNvPr id="23" name="r2-hooks"/>
          <p:cNvSpPr>
            <a:spLocks noGrp="1"/>
          </p:cNvSpPr>
          <p:nvPr/>
        </p:nvSpPr>
        <p:spPr>
          <a:xfrm>
            <a:off x="9067800" y="36576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4" name="track-280"/>
          <p:cNvSpPr>
            <a:spLocks noGrp="1"/>
          </p:cNvSpPr>
          <p:nvPr/>
        </p:nvSpPr>
        <p:spPr>
          <a:xfrm>
            <a:off x="2286000" y="3556000"/>
            <a:ext cx="6604000" cy="12700"/>
          </a:xfrm>
          <a:prstGeom prst="rect">
            <a:avLst/>
          </a:prstGeom>
          <a:solidFill>
            <a:srgbClr val="EDF0F4"/>
          </a:solidFill>
          <a:ln>
            <a:noFill/>
          </a:ln>
        </p:spPr>
      </p:sp>
      <p:sp>
        <p:nvSpPr>
          <p:cNvPr id="25" name="r2-conn"/>
          <p:cNvSpPr>
            <a:spLocks noGrp="1"/>
          </p:cNvSpPr>
          <p:nvPr/>
        </p:nvSpPr>
        <p:spPr>
          <a:xfrm>
            <a:off x="749300" y="3860800"/>
            <a:ext cx="25400" cy="4572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6" name="r3-num"/>
          <p:cNvSpPr>
            <a:spLocks noGrp="1"/>
          </p:cNvSpPr>
          <p:nvPr/>
        </p:nvSpPr>
        <p:spPr>
          <a:xfrm>
            <a:off x="508000" y="447040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7" name="r3-n"/>
          <p:cNvSpPr>
            <a:spLocks noGrp="1"/>
          </p:cNvSpPr>
          <p:nvPr/>
        </p:nvSpPr>
        <p:spPr>
          <a:xfrm>
            <a:off x="508000" y="4470400"/>
            <a:ext cx="50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8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26</a:t>
            </a:r>
            <a:endParaRPr sz="1800"/>
          </a:p>
        </p:txBody>
      </p:sp>
      <p:sp>
        <p:nvSpPr>
          <p:cNvPr id="28" name="r3-icon"/>
          <p:cNvSpPr>
            <a:spLocks noGrp="1"/>
          </p:cNvSpPr>
          <p:nvPr/>
        </p:nvSpPr>
        <p:spPr>
          <a:xfrm>
            <a:off x="1320800" y="45974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9" name="r3-t"/>
          <p:cNvSpPr>
            <a:spLocks noGrp="1"/>
          </p:cNvSpPr>
          <p:nvPr/>
        </p:nvSpPr>
        <p:spPr>
          <a:xfrm>
            <a:off x="1778000" y="4470400"/>
            <a:ext cx="7112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30" name="r3-d"/>
          <p:cNvSpPr>
            <a:spLocks noGrp="1"/>
          </p:cNvSpPr>
          <p:nvPr/>
        </p:nvSpPr>
        <p:spPr>
          <a:xfrm>
            <a:off x="1778000" y="47498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31" name="r3-hook"/>
          <p:cNvSpPr>
            <a:spLocks noGrp="1"/>
          </p:cNvSpPr>
          <p:nvPr/>
        </p:nvSpPr>
        <p:spPr>
          <a:xfrm>
            <a:off x="9067800" y="4419600"/>
            <a:ext cx="27432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2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26</a:t>
            </a:r>
            <a:endParaRPr sz="1600"/>
          </a:p>
        </p:txBody>
      </p:sp>
      <p:sp>
        <p:nvSpPr>
          <p:cNvPr id="32" name="r3-hooks"/>
          <p:cNvSpPr>
            <a:spLocks noGrp="1"/>
          </p:cNvSpPr>
          <p:nvPr/>
        </p:nvSpPr>
        <p:spPr>
          <a:xfrm>
            <a:off x="9067800" y="48260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3" name="track-372"/>
          <p:cNvSpPr>
            <a:spLocks noGrp="1"/>
          </p:cNvSpPr>
          <p:nvPr/>
        </p:nvSpPr>
        <p:spPr>
          <a:xfrm>
            <a:off x="2286000" y="4724400"/>
            <a:ext cx="6604000" cy="12700"/>
          </a:xfrm>
          <a:prstGeom prst="rect">
            <a:avLst/>
          </a:prstGeom>
          <a:solidFill>
            <a:srgbClr val="EDF0F4"/>
          </a:solidFill>
          <a:ln>
            <a:noFill/>
          </a:ln>
        </p:spPr>
      </p:sp>
      <p:sp>
        <p:nvSpPr>
          <p:cNvPr id="34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5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6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关键进</a:t>
            </a:r>
            <a:r>
              <a:rPr lang="zh-CN" altLang="en-US" b="1">
                <a:solidFill>
                  <a:srgbClr val="9FA5B0"/>
                </a:solidFill>
                <a:latin typeface="MiSans Normal" charset="-122"/>
                <a:ea typeface="MiSans Normal" charset="-122"/>
                <a:sym typeface="+mn-ea"/>
              </a:rPr>
              <a:t>展一</a:t>
            </a:r>
            <a:r>
              <a:rPr lang="en-US" altLang="zh-CN" b="1">
                <a:solidFill>
                  <a:srgbClr val="9FA5B0"/>
                </a:solidFill>
                <a:latin typeface="MiSans Normal" charset="-122"/>
                <a:ea typeface="MiSans Normal" charset="-122"/>
                <a:sym typeface="+mn-ea"/>
              </a:rPr>
              <a:t>览</a:t>
            </a:r>
            <a:r>
              <a:rPr lang="zh-CN" altLang="en-US" b="1">
                <a:solidFill>
                  <a:srgbClr val="9FA5B0"/>
                </a:solidFill>
                <a:latin typeface="MiSans Normal" charset="-122"/>
                <a:ea typeface="MiSans Normal" charset="-122"/>
                <a:sym typeface="+mn-ea"/>
              </a:rPr>
              <a:t/>
            </a:r>
            <a:endParaRPr lang="zh-CN" altLang="en-US" b="1">
              <a:solidFill>
                <a:srgbClr val="9FA5B0"/>
              </a:solidFill>
              <a:latin typeface="MiSans Normal" charset="-122"/>
              <a:ea typeface="MiSans Normal" charset="-122"/>
              <a:sym typeface="+mn-ea"/>
            </a:endParaRPr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03 / 38</a:t>
            </a:r>
            <a:endParaRPr sz="950"/>
          </a:p>
        </p:txBody>
      </p:sp>
      <p:sp>
        <p:nvSpPr>
          <p:cNvPr id="8" name="hero-dash"/>
          <p:cNvSpPr>
            <a:spLocks noGrp="1"/>
          </p:cNvSpPr>
          <p:nvPr/>
        </p:nvSpPr>
        <p:spPr>
          <a:xfrm>
            <a:off x="381000" y="2032000"/>
            <a:ext cx="5080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9" name="hero-n"/>
          <p:cNvSpPr>
            <a:spLocks noGrp="1"/>
          </p:cNvSpPr>
          <p:nvPr/>
        </p:nvSpPr>
        <p:spPr>
          <a:xfrm>
            <a:off x="381000" y="2060575"/>
            <a:ext cx="419100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33</a:t>
            </a:r>
            <a:r>
              <a:rPr sz="20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10" name="hero-l"/>
          <p:cNvSpPr>
            <a:spLocks noGrp="1"/>
          </p:cNvSpPr>
          <p:nvPr/>
        </p:nvSpPr>
        <p:spPr>
          <a:xfrm>
            <a:off x="381000" y="3330575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00"/>
          </a:p>
        </p:txBody>
      </p:sp>
      <p:sp>
        <p:nvSpPr>
          <p:cNvPr id="11" name="hero-vline"/>
          <p:cNvSpPr>
            <a:spLocks noGrp="1"/>
          </p:cNvSpPr>
          <p:nvPr/>
        </p:nvSpPr>
        <p:spPr>
          <a:xfrm>
            <a:off x="4724400" y="2057400"/>
            <a:ext cx="12700" cy="16764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2" name="shape-12"/>
          <p:cNvSpPr>
            <a:spLocks noGrp="1"/>
          </p:cNvSpPr>
          <p:nvPr/>
        </p:nvSpPr>
        <p:spPr>
          <a:xfrm>
            <a:off x="5207000" y="215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5511800" y="21082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3</a:t>
            </a:r>
            <a:endParaRPr sz="16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5511800" y="24638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5" name="shape-15"/>
          <p:cNvSpPr>
            <a:spLocks noGrp="1"/>
          </p:cNvSpPr>
          <p:nvPr/>
        </p:nvSpPr>
        <p:spPr>
          <a:xfrm>
            <a:off x="8890000" y="215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6" name="shape-16"/>
          <p:cNvSpPr>
            <a:spLocks noGrp="1"/>
          </p:cNvSpPr>
          <p:nvPr/>
        </p:nvSpPr>
        <p:spPr>
          <a:xfrm>
            <a:off x="9194800" y="21082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33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17" name="shape-17"/>
          <p:cNvSpPr>
            <a:spLocks noGrp="1"/>
          </p:cNvSpPr>
          <p:nvPr/>
        </p:nvSpPr>
        <p:spPr>
          <a:xfrm>
            <a:off x="9194800" y="24638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52070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5511800" y="3048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%</a:t>
            </a:r>
            <a:endParaRPr sz="16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5511800" y="34036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88900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41" y="-13"/>
                </a:moveTo>
                <a:cubicBezTo>
                  <a:pt x="230" y="-15"/>
                  <a:pt x="218" y="-15"/>
                  <a:pt x="207" y="-13"/>
                </a:cubicBezTo>
                <a:lnTo>
                  <a:pt x="19" y="25"/>
                </a:lnTo>
                <a:cubicBezTo>
                  <a:pt x="8" y="27"/>
                  <a:pt x="0" y="37"/>
                  <a:pt x="0" y="48"/>
                </a:cubicBezTo>
                <a:cubicBezTo>
                  <a:pt x="0" y="58"/>
                  <a:pt x="7" y="67"/>
                  <a:pt x="16" y="71"/>
                </a:cubicBezTo>
                <a:lnTo>
                  <a:pt x="16" y="144"/>
                </a:lnTo>
                <a:lnTo>
                  <a:pt x="0" y="223"/>
                </a:lnTo>
                <a:cubicBezTo>
                  <a:pt x="0" y="224"/>
                  <a:pt x="0" y="225"/>
                  <a:pt x="0" y="226"/>
                </a:cubicBezTo>
                <a:cubicBezTo>
                  <a:pt x="0" y="234"/>
                  <a:pt x="7" y="240"/>
                  <a:pt x="15" y="240"/>
                </a:cubicBezTo>
                <a:lnTo>
                  <a:pt x="50" y="240"/>
                </a:lnTo>
                <a:cubicBezTo>
                  <a:pt x="58" y="240"/>
                  <a:pt x="64" y="234"/>
                  <a:pt x="64" y="226"/>
                </a:cubicBezTo>
                <a:cubicBezTo>
                  <a:pt x="64" y="225"/>
                  <a:pt x="64" y="224"/>
                  <a:pt x="64" y="223"/>
                </a:cubicBezTo>
                <a:lnTo>
                  <a:pt x="48" y="144"/>
                </a:lnTo>
                <a:lnTo>
                  <a:pt x="48" y="77"/>
                </a:lnTo>
                <a:lnTo>
                  <a:pt x="96" y="87"/>
                </a:lnTo>
                <a:lnTo>
                  <a:pt x="96" y="144"/>
                </a:lnTo>
                <a:cubicBezTo>
                  <a:pt x="96" y="215"/>
                  <a:pt x="153" y="272"/>
                  <a:pt x="224" y="272"/>
                </a:cubicBezTo>
                <a:cubicBezTo>
                  <a:pt x="295" y="272"/>
                  <a:pt x="352" y="215"/>
                  <a:pt x="352" y="144"/>
                </a:cubicBezTo>
                <a:lnTo>
                  <a:pt x="352" y="87"/>
                </a:lnTo>
                <a:lnTo>
                  <a:pt x="429" y="72"/>
                </a:lnTo>
                <a:cubicBezTo>
                  <a:pt x="440" y="69"/>
                  <a:pt x="448" y="59"/>
                  <a:pt x="448" y="48"/>
                </a:cubicBezTo>
                <a:cubicBezTo>
                  <a:pt x="448" y="37"/>
                  <a:pt x="440" y="27"/>
                  <a:pt x="429" y="25"/>
                </a:cubicBezTo>
                <a:lnTo>
                  <a:pt x="241" y="-13"/>
                </a:lnTo>
                <a:close/>
                <a:moveTo>
                  <a:pt x="224" y="224"/>
                </a:moveTo>
                <a:cubicBezTo>
                  <a:pt x="180" y="224"/>
                  <a:pt x="144" y="188"/>
                  <a:pt x="144" y="144"/>
                </a:cubicBezTo>
                <a:lnTo>
                  <a:pt x="304" y="144"/>
                </a:lnTo>
                <a:cubicBezTo>
                  <a:pt x="304" y="188"/>
                  <a:pt x="268" y="224"/>
                  <a:pt x="224" y="224"/>
                </a:cubicBezTo>
                <a:close/>
              </a:path>
              <a:path w="448" h="512">
                <a:moveTo>
                  <a:pt x="120" y="320"/>
                </a:moveTo>
                <a:cubicBezTo>
                  <a:pt x="59" y="348"/>
                  <a:pt x="16" y="410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00" y="512"/>
                </a:lnTo>
                <a:lnTo>
                  <a:pt x="200" y="366"/>
                </a:lnTo>
                <a:lnTo>
                  <a:pt x="143" y="323"/>
                </a:lnTo>
                <a:cubicBezTo>
                  <a:pt x="136" y="318"/>
                  <a:pt x="127" y="317"/>
                  <a:pt x="120" y="320"/>
                </a:cubicBezTo>
                <a:close/>
              </a:path>
              <a:path w="448" h="512">
                <a:moveTo>
                  <a:pt x="248" y="512"/>
                </a:move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410"/>
                  <a:pt x="389" y="348"/>
                  <a:pt x="328" y="320"/>
                </a:cubicBezTo>
                <a:cubicBezTo>
                  <a:pt x="321" y="317"/>
                  <a:pt x="312" y="318"/>
                  <a:pt x="305" y="323"/>
                </a:cubicBezTo>
                <a:lnTo>
                  <a:pt x="248" y="366"/>
                </a:lnTo>
                <a:lnTo>
                  <a:pt x="248" y="512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2" name="shape-22"/>
          <p:cNvSpPr>
            <a:spLocks noGrp="1"/>
          </p:cNvSpPr>
          <p:nvPr/>
        </p:nvSpPr>
        <p:spPr>
          <a:xfrm>
            <a:off x="9194800" y="30480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%</a:t>
            </a:r>
            <a:endParaRPr sz="1600"/>
          </a:p>
        </p:txBody>
      </p:sp>
      <p:sp>
        <p:nvSpPr>
          <p:cNvPr id="23" name="shape-23"/>
          <p:cNvSpPr>
            <a:spLocks noGrp="1"/>
          </p:cNvSpPr>
          <p:nvPr/>
        </p:nvSpPr>
        <p:spPr>
          <a:xfrm>
            <a:off x="9194800" y="34036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4" name="sum-chip"/>
          <p:cNvSpPr>
            <a:spLocks noGrp="1"/>
          </p:cNvSpPr>
          <p:nvPr/>
        </p:nvSpPr>
        <p:spPr>
          <a:xfrm>
            <a:off x="381000" y="3810000"/>
            <a:ext cx="1219200" cy="304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sum-chip-t"/>
          <p:cNvSpPr>
            <a:spLocks noGrp="1"/>
          </p:cNvSpPr>
          <p:nvPr/>
        </p:nvSpPr>
        <p:spPr>
          <a:xfrm>
            <a:off x="381000" y="3810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200"/>
          </a:p>
        </p:txBody>
      </p:sp>
      <p:sp>
        <p:nvSpPr>
          <p:cNvPr id="26" name="sum-list"/>
          <p:cNvSpPr>
            <a:spLocks noGrp="1"/>
          </p:cNvSpPr>
          <p:nvPr/>
        </p:nvSpPr>
        <p:spPr>
          <a:xfrm>
            <a:off x="381000" y="426720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2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</a:t>
            </a:r>
            <a:r>
              <a:rPr sz="12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对的项</a:t>
            </a:r>
            <a:r>
              <a:rPr sz="12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目事实与结论</a:t>
            </a:r>
            <a:endParaRPr sz="1250"/>
          </a:p>
          <a:p>
            <a:pPr algn="l">
              <a:lnSpc>
                <a:spcPct val="160000"/>
              </a:lnSpc>
              <a:spcBef>
                <a:spcPts val="600"/>
              </a:spcBef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2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</a:t>
            </a:r>
            <a:r>
              <a:rPr sz="12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处填写已核</a:t>
            </a:r>
            <a:r>
              <a:rPr sz="12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对的项目事实与结论</a:t>
            </a:r>
            <a:endParaRPr sz="1250"/>
          </a:p>
          <a:p>
            <a:pPr algn="l">
              <a:lnSpc>
                <a:spcPct val="160000"/>
              </a:lnSpc>
              <a:spcBef>
                <a:spcPts val="600"/>
              </a:spcBef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2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</a:t>
            </a:r>
            <a:r>
              <a:rPr sz="12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实与结论</a:t>
            </a:r>
            <a:endParaRPr sz="1250"/>
          </a:p>
        </p:txBody>
      </p:sp>
      <p:sp>
        <p:nvSpPr>
          <p:cNvPr id="27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8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9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  <p:sp>
        <p:nvSpPr>
          <p:cNvPr id="30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月度运行趋势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04 / 38</a:t>
            </a:r>
            <a:endParaRPr sz="950"/>
          </a:p>
        </p:txBody>
      </p:sp>
      <p:sp>
        <p:nvSpPr>
          <p:cNvPr id="8" name="g50"/>
          <p:cNvSpPr>
            <a:spLocks noGrp="1"/>
          </p:cNvSpPr>
          <p:nvPr/>
        </p:nvSpPr>
        <p:spPr>
          <a:xfrm>
            <a:off x="762000" y="4381500"/>
            <a:ext cx="10795000" cy="12700"/>
          </a:xfrm>
          <a:prstGeom prst="rect">
            <a:avLst/>
          </a:prstGeom>
          <a:solidFill>
            <a:srgbClr val="E8ECF1"/>
          </a:solidFill>
          <a:ln>
            <a:noFill/>
          </a:ln>
        </p:spPr>
      </p:sp>
      <p:sp>
        <p:nvSpPr>
          <p:cNvPr id="9" name="g100"/>
          <p:cNvSpPr>
            <a:spLocks noGrp="1"/>
          </p:cNvSpPr>
          <p:nvPr/>
        </p:nvSpPr>
        <p:spPr>
          <a:xfrm>
            <a:off x="762000" y="3302000"/>
            <a:ext cx="10795000" cy="12700"/>
          </a:xfrm>
          <a:prstGeom prst="rect">
            <a:avLst/>
          </a:prstGeom>
          <a:solidFill>
            <a:srgbClr val="E8ECF1"/>
          </a:solidFill>
          <a:ln>
            <a:noFill/>
          </a:ln>
        </p:spPr>
      </p:sp>
      <p:sp>
        <p:nvSpPr>
          <p:cNvPr id="10" name="g150"/>
          <p:cNvSpPr>
            <a:spLocks noGrp="1"/>
          </p:cNvSpPr>
          <p:nvPr/>
        </p:nvSpPr>
        <p:spPr>
          <a:xfrm>
            <a:off x="762000" y="2222500"/>
            <a:ext cx="10795000" cy="12700"/>
          </a:xfrm>
          <a:prstGeom prst="rect">
            <a:avLst/>
          </a:prstGeom>
          <a:solidFill>
            <a:srgbClr val="E8ECF1"/>
          </a:solidFill>
          <a:ln>
            <a:noFill/>
          </a:ln>
        </p:spPr>
      </p:sp>
      <p:sp>
        <p:nvSpPr>
          <p:cNvPr id="11" name="g50-t"/>
          <p:cNvSpPr>
            <a:spLocks noGrp="1"/>
          </p:cNvSpPr>
          <p:nvPr/>
        </p:nvSpPr>
        <p:spPr>
          <a:xfrm>
            <a:off x="279400" y="42926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900"/>
          </a:p>
        </p:txBody>
      </p:sp>
      <p:sp>
        <p:nvSpPr>
          <p:cNvPr id="12" name="g100-t"/>
          <p:cNvSpPr>
            <a:spLocks noGrp="1"/>
          </p:cNvSpPr>
          <p:nvPr/>
        </p:nvSpPr>
        <p:spPr>
          <a:xfrm>
            <a:off x="279400" y="32131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900"/>
          </a:p>
        </p:txBody>
      </p:sp>
      <p:sp>
        <p:nvSpPr>
          <p:cNvPr id="13" name="g150-t"/>
          <p:cNvSpPr>
            <a:spLocks noGrp="1"/>
          </p:cNvSpPr>
          <p:nvPr/>
        </p:nvSpPr>
        <p:spPr>
          <a:xfrm>
            <a:off x="279400" y="21336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900"/>
          </a:p>
        </p:txBody>
      </p:sp>
      <p:sp>
        <p:nvSpPr>
          <p:cNvPr id="14" name="avg-line"/>
          <p:cNvSpPr>
            <a:spLocks noGrp="1"/>
          </p:cNvSpPr>
          <p:nvPr/>
        </p:nvSpPr>
        <p:spPr>
          <a:xfrm>
            <a:off x="762000" y="3251200"/>
            <a:ext cx="10795000" cy="25400"/>
          </a:xfrm>
          <a:custGeom>
            <a:avLst/>
            <a:gdLst/>
            <a:ahLst/>
            <a:cxnLst/>
            <a:rect l="l" t="t" r="r" b="b"/>
            <a:pathLst>
              <a:path w="850" h="2">
                <a:moveTo>
                  <a:pt x="0" y="1"/>
                </a:moveTo>
                <a:lnTo>
                  <a:pt x="850" y="1"/>
                </a:lnTo>
              </a:path>
            </a:pathLst>
          </a:custGeom>
          <a:noFill/>
          <a:ln w="12700">
            <a:solidFill>
              <a:srgbClr val="8FA9C8"/>
            </a:solidFill>
            <a:prstDash val="dash"/>
          </a:ln>
        </p:spPr>
      </p:sp>
      <p:sp>
        <p:nvSpPr>
          <p:cNvPr id="15" name="avg-label"/>
          <p:cNvSpPr>
            <a:spLocks noGrp="1"/>
          </p:cNvSpPr>
          <p:nvPr/>
        </p:nvSpPr>
        <p:spPr>
          <a:xfrm>
            <a:off x="812800" y="3048000"/>
            <a:ext cx="1016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40项</a:t>
            </a:r>
            <a:endParaRPr sz="850"/>
          </a:p>
        </p:txBody>
      </p:sp>
      <p:sp>
        <p:nvSpPr>
          <p:cNvPr id="16" name="st1"/>
          <p:cNvSpPr>
            <a:spLocks noGrp="1"/>
          </p:cNvSpPr>
          <p:nvPr/>
        </p:nvSpPr>
        <p:spPr>
          <a:xfrm>
            <a:off x="774700" y="17780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spc="3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950"/>
          </a:p>
        </p:txBody>
      </p:sp>
      <p:sp>
        <p:nvSpPr>
          <p:cNvPr id="17" name="st3"/>
          <p:cNvSpPr>
            <a:spLocks noGrp="1"/>
          </p:cNvSpPr>
          <p:nvPr/>
        </p:nvSpPr>
        <p:spPr>
          <a:xfrm>
            <a:off x="3860800" y="17780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spc="3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950"/>
          </a:p>
        </p:txBody>
      </p:sp>
      <p:sp>
        <p:nvSpPr>
          <p:cNvPr id="18" name="st4"/>
          <p:cNvSpPr>
            <a:spLocks noGrp="1"/>
          </p:cNvSpPr>
          <p:nvPr/>
        </p:nvSpPr>
        <p:spPr>
          <a:xfrm>
            <a:off x="5397500" y="17780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b="1" spc="3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950"/>
          </a:p>
        </p:txBody>
      </p:sp>
      <p:sp>
        <p:nvSpPr>
          <p:cNvPr id="19" name="st56"/>
          <p:cNvSpPr>
            <a:spLocks noGrp="1"/>
          </p:cNvSpPr>
          <p:nvPr/>
        </p:nvSpPr>
        <p:spPr>
          <a:xfrm>
            <a:off x="6438900" y="1778000"/>
            <a:ext cx="30734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spc="3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950"/>
          </a:p>
        </p:txBody>
      </p:sp>
      <p:sp>
        <p:nvSpPr>
          <p:cNvPr id="20" name="st7"/>
          <p:cNvSpPr>
            <a:spLocks noGrp="1"/>
          </p:cNvSpPr>
          <p:nvPr/>
        </p:nvSpPr>
        <p:spPr>
          <a:xfrm>
            <a:off x="10020300" y="17780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 spc="3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950"/>
          </a:p>
        </p:txBody>
      </p:sp>
      <p:sp>
        <p:nvSpPr>
          <p:cNvPr id="21" name="baseline"/>
          <p:cNvSpPr>
            <a:spLocks noGrp="1"/>
          </p:cNvSpPr>
          <p:nvPr/>
        </p:nvSpPr>
        <p:spPr>
          <a:xfrm>
            <a:off x="762000" y="5461000"/>
            <a:ext cx="10795000" cy="12700"/>
          </a:xfrm>
          <a:prstGeom prst="rect">
            <a:avLst/>
          </a:prstGeom>
          <a:solidFill>
            <a:srgbClr val="C6CDD8"/>
          </a:solidFill>
          <a:ln>
            <a:noFill/>
          </a:ln>
        </p:spPr>
      </p:sp>
      <p:sp>
        <p:nvSpPr>
          <p:cNvPr id="22" name="b1"/>
          <p:cNvSpPr>
            <a:spLocks noGrp="1"/>
          </p:cNvSpPr>
          <p:nvPr/>
        </p:nvSpPr>
        <p:spPr>
          <a:xfrm>
            <a:off x="1041400" y="4076700"/>
            <a:ext cx="990600" cy="13843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3" name="b2"/>
          <p:cNvSpPr>
            <a:spLocks noGrp="1"/>
          </p:cNvSpPr>
          <p:nvPr/>
        </p:nvSpPr>
        <p:spPr>
          <a:xfrm>
            <a:off x="2578100" y="5422900"/>
            <a:ext cx="990600" cy="381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4" name="b3"/>
          <p:cNvSpPr>
            <a:spLocks noGrp="1"/>
          </p:cNvSpPr>
          <p:nvPr/>
        </p:nvSpPr>
        <p:spPr>
          <a:xfrm>
            <a:off x="4127500" y="3086100"/>
            <a:ext cx="990600" cy="23749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b4"/>
          <p:cNvSpPr>
            <a:spLocks noGrp="1"/>
          </p:cNvSpPr>
          <p:nvPr/>
        </p:nvSpPr>
        <p:spPr>
          <a:xfrm>
            <a:off x="5664200" y="2159000"/>
            <a:ext cx="990600" cy="3302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6" name="b5"/>
          <p:cNvSpPr>
            <a:spLocks noGrp="1"/>
          </p:cNvSpPr>
          <p:nvPr/>
        </p:nvSpPr>
        <p:spPr>
          <a:xfrm>
            <a:off x="7200900" y="2463800"/>
            <a:ext cx="990600" cy="2997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7" name="b6"/>
          <p:cNvSpPr>
            <a:spLocks noGrp="1"/>
          </p:cNvSpPr>
          <p:nvPr/>
        </p:nvSpPr>
        <p:spPr>
          <a:xfrm>
            <a:off x="8750300" y="2184400"/>
            <a:ext cx="990600" cy="3276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8" name="b7"/>
          <p:cNvSpPr>
            <a:spLocks noGrp="1"/>
          </p:cNvSpPr>
          <p:nvPr/>
        </p:nvSpPr>
        <p:spPr>
          <a:xfrm>
            <a:off x="10287000" y="3429000"/>
            <a:ext cx="990600" cy="2032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9" name="v1"/>
          <p:cNvSpPr>
            <a:spLocks noGrp="1"/>
          </p:cNvSpPr>
          <p:nvPr/>
        </p:nvSpPr>
        <p:spPr>
          <a:xfrm>
            <a:off x="901700" y="37973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0" name="v2"/>
          <p:cNvSpPr>
            <a:spLocks noGrp="1"/>
          </p:cNvSpPr>
          <p:nvPr/>
        </p:nvSpPr>
        <p:spPr>
          <a:xfrm>
            <a:off x="2438400" y="51435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1" name="v3"/>
          <p:cNvSpPr>
            <a:spLocks noGrp="1"/>
          </p:cNvSpPr>
          <p:nvPr/>
        </p:nvSpPr>
        <p:spPr>
          <a:xfrm>
            <a:off x="3987800" y="28067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2" name="v4"/>
          <p:cNvSpPr>
            <a:spLocks noGrp="1"/>
          </p:cNvSpPr>
          <p:nvPr/>
        </p:nvSpPr>
        <p:spPr>
          <a:xfrm>
            <a:off x="5524500" y="19050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400"/>
          </a:p>
        </p:txBody>
      </p:sp>
      <p:sp>
        <p:nvSpPr>
          <p:cNvPr id="33" name="v5"/>
          <p:cNvSpPr>
            <a:spLocks noGrp="1"/>
          </p:cNvSpPr>
          <p:nvPr/>
        </p:nvSpPr>
        <p:spPr>
          <a:xfrm>
            <a:off x="7061200" y="21844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4" name="v6"/>
          <p:cNvSpPr>
            <a:spLocks noGrp="1"/>
          </p:cNvSpPr>
          <p:nvPr/>
        </p:nvSpPr>
        <p:spPr>
          <a:xfrm>
            <a:off x="8610600" y="19050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5" name="v7"/>
          <p:cNvSpPr>
            <a:spLocks noGrp="1"/>
          </p:cNvSpPr>
          <p:nvPr/>
        </p:nvSpPr>
        <p:spPr>
          <a:xfrm>
            <a:off x="10147300" y="31496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200"/>
          </a:p>
        </p:txBody>
      </p:sp>
      <p:sp>
        <p:nvSpPr>
          <p:cNvPr id="36" name="m1"/>
          <p:cNvSpPr>
            <a:spLocks noGrp="1"/>
          </p:cNvSpPr>
          <p:nvPr/>
        </p:nvSpPr>
        <p:spPr>
          <a:xfrm>
            <a:off x="7747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37" name="m2"/>
          <p:cNvSpPr>
            <a:spLocks noGrp="1"/>
          </p:cNvSpPr>
          <p:nvPr/>
        </p:nvSpPr>
        <p:spPr>
          <a:xfrm>
            <a:off x="23114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38" name="m3"/>
          <p:cNvSpPr>
            <a:spLocks noGrp="1"/>
          </p:cNvSpPr>
          <p:nvPr/>
        </p:nvSpPr>
        <p:spPr>
          <a:xfrm>
            <a:off x="38608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39" name="m4"/>
          <p:cNvSpPr>
            <a:spLocks noGrp="1"/>
          </p:cNvSpPr>
          <p:nvPr/>
        </p:nvSpPr>
        <p:spPr>
          <a:xfrm>
            <a:off x="53975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40" name="m5"/>
          <p:cNvSpPr>
            <a:spLocks noGrp="1"/>
          </p:cNvSpPr>
          <p:nvPr/>
        </p:nvSpPr>
        <p:spPr>
          <a:xfrm>
            <a:off x="69342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41" name="m6"/>
          <p:cNvSpPr>
            <a:spLocks noGrp="1"/>
          </p:cNvSpPr>
          <p:nvPr/>
        </p:nvSpPr>
        <p:spPr>
          <a:xfrm>
            <a:off x="84836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42" name="m7"/>
          <p:cNvSpPr>
            <a:spLocks noGrp="1"/>
          </p:cNvSpPr>
          <p:nvPr/>
        </p:nvSpPr>
        <p:spPr>
          <a:xfrm>
            <a:off x="10020300" y="5562600"/>
            <a:ext cx="152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100"/>
          </a:p>
        </p:txBody>
      </p:sp>
      <p:sp>
        <p:nvSpPr>
          <p:cNvPr id="43" name="m2-note"/>
          <p:cNvSpPr>
            <a:spLocks noGrp="1"/>
          </p:cNvSpPr>
          <p:nvPr/>
        </p:nvSpPr>
        <p:spPr>
          <a:xfrm>
            <a:off x="2311400" y="5791200"/>
            <a:ext cx="1524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40项</a:t>
            </a:r>
            <a:endParaRPr sz="900"/>
          </a:p>
        </p:txBody>
      </p:sp>
      <p:sp>
        <p:nvSpPr>
          <p:cNvPr id="44" name="note"/>
          <p:cNvSpPr>
            <a:spLocks noGrp="1"/>
          </p:cNvSpPr>
          <p:nvPr/>
        </p:nvSpPr>
        <p:spPr>
          <a:xfrm>
            <a:off x="6350000" y="5791200"/>
            <a:ext cx="5207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900"/>
          </a:p>
        </p:txBody>
      </p:sp>
      <p:sp>
        <p:nvSpPr>
          <p:cNvPr id="45" name="win-tag"/>
          <p:cNvSpPr>
            <a:spLocks noGrp="1"/>
          </p:cNvSpPr>
          <p:nvPr/>
        </p:nvSpPr>
        <p:spPr>
          <a:xfrm>
            <a:off x="3987800" y="5778500"/>
            <a:ext cx="228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900"/>
          </a:p>
        </p:txBody>
      </p:sp>
      <p:sp>
        <p:nvSpPr>
          <p:cNvPr id="4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7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48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7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项目类型对比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05 / 38</a:t>
            </a:r>
            <a:endParaRPr sz="950"/>
          </a:p>
        </p:txBody>
      </p:sp>
      <p:sp>
        <p:nvSpPr>
          <p:cNvPr id="8" name="sc0-n"/>
          <p:cNvSpPr>
            <a:spLocks noGrp="1"/>
          </p:cNvSpPr>
          <p:nvPr/>
        </p:nvSpPr>
        <p:spPr>
          <a:xfrm>
            <a:off x="381000" y="19050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9" name="sc0-b"/>
          <p:cNvSpPr>
            <a:spLocks noGrp="1"/>
          </p:cNvSpPr>
          <p:nvPr/>
        </p:nvSpPr>
        <p:spPr>
          <a:xfrm>
            <a:off x="2641600" y="1930400"/>
            <a:ext cx="5080000" cy="1397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0" name="sc0-v"/>
          <p:cNvSpPr>
            <a:spLocks noGrp="1"/>
          </p:cNvSpPr>
          <p:nvPr/>
        </p:nvSpPr>
        <p:spPr>
          <a:xfrm>
            <a:off x="7823200" y="19050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11" name="sc1-n"/>
          <p:cNvSpPr>
            <a:spLocks noGrp="1"/>
          </p:cNvSpPr>
          <p:nvPr/>
        </p:nvSpPr>
        <p:spPr>
          <a:xfrm>
            <a:off x="381000" y="21336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2" name="sc1-b"/>
          <p:cNvSpPr>
            <a:spLocks noGrp="1"/>
          </p:cNvSpPr>
          <p:nvPr/>
        </p:nvSpPr>
        <p:spPr>
          <a:xfrm>
            <a:off x="2641600" y="2159000"/>
            <a:ext cx="4267200" cy="1397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3" name="sc1-v"/>
          <p:cNvSpPr>
            <a:spLocks noGrp="1"/>
          </p:cNvSpPr>
          <p:nvPr/>
        </p:nvSpPr>
        <p:spPr>
          <a:xfrm>
            <a:off x="7010400" y="21336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14" name="sc2-n"/>
          <p:cNvSpPr>
            <a:spLocks noGrp="1"/>
          </p:cNvSpPr>
          <p:nvPr/>
        </p:nvSpPr>
        <p:spPr>
          <a:xfrm>
            <a:off x="381000" y="23622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5" name="sc2-b"/>
          <p:cNvSpPr>
            <a:spLocks noGrp="1"/>
          </p:cNvSpPr>
          <p:nvPr/>
        </p:nvSpPr>
        <p:spPr>
          <a:xfrm>
            <a:off x="2641600" y="2387600"/>
            <a:ext cx="3390900" cy="1397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6" name="sc2-v"/>
          <p:cNvSpPr>
            <a:spLocks noGrp="1"/>
          </p:cNvSpPr>
          <p:nvPr/>
        </p:nvSpPr>
        <p:spPr>
          <a:xfrm>
            <a:off x="6134100" y="23622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17" name="sc3-n"/>
          <p:cNvSpPr>
            <a:spLocks noGrp="1"/>
          </p:cNvSpPr>
          <p:nvPr/>
        </p:nvSpPr>
        <p:spPr>
          <a:xfrm>
            <a:off x="381000" y="25908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8" name="sc3-b"/>
          <p:cNvSpPr>
            <a:spLocks noGrp="1"/>
          </p:cNvSpPr>
          <p:nvPr/>
        </p:nvSpPr>
        <p:spPr>
          <a:xfrm>
            <a:off x="2641600" y="2616200"/>
            <a:ext cx="30988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9" name="sc3-v"/>
          <p:cNvSpPr>
            <a:spLocks noGrp="1"/>
          </p:cNvSpPr>
          <p:nvPr/>
        </p:nvSpPr>
        <p:spPr>
          <a:xfrm>
            <a:off x="5842000" y="25908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20" name="sc4-n"/>
          <p:cNvSpPr>
            <a:spLocks noGrp="1"/>
          </p:cNvSpPr>
          <p:nvPr/>
        </p:nvSpPr>
        <p:spPr>
          <a:xfrm>
            <a:off x="381000" y="28194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1" name="sc4-b"/>
          <p:cNvSpPr>
            <a:spLocks noGrp="1"/>
          </p:cNvSpPr>
          <p:nvPr/>
        </p:nvSpPr>
        <p:spPr>
          <a:xfrm>
            <a:off x="2641600" y="2844800"/>
            <a:ext cx="29210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2" name="sc4-v"/>
          <p:cNvSpPr>
            <a:spLocks noGrp="1"/>
          </p:cNvSpPr>
          <p:nvPr/>
        </p:nvSpPr>
        <p:spPr>
          <a:xfrm>
            <a:off x="5664200" y="28194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23" name="sc5-n"/>
          <p:cNvSpPr>
            <a:spLocks noGrp="1"/>
          </p:cNvSpPr>
          <p:nvPr/>
        </p:nvSpPr>
        <p:spPr>
          <a:xfrm>
            <a:off x="381000" y="30480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4" name="sc5-b"/>
          <p:cNvSpPr>
            <a:spLocks noGrp="1"/>
          </p:cNvSpPr>
          <p:nvPr/>
        </p:nvSpPr>
        <p:spPr>
          <a:xfrm>
            <a:off x="2641600" y="3073400"/>
            <a:ext cx="28067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sc5-v"/>
          <p:cNvSpPr>
            <a:spLocks noGrp="1"/>
          </p:cNvSpPr>
          <p:nvPr/>
        </p:nvSpPr>
        <p:spPr>
          <a:xfrm>
            <a:off x="5549900" y="30480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26" name="sc6-n"/>
          <p:cNvSpPr>
            <a:spLocks noGrp="1"/>
          </p:cNvSpPr>
          <p:nvPr/>
        </p:nvSpPr>
        <p:spPr>
          <a:xfrm>
            <a:off x="381000" y="32766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7" name="sc6-b"/>
          <p:cNvSpPr>
            <a:spLocks noGrp="1"/>
          </p:cNvSpPr>
          <p:nvPr/>
        </p:nvSpPr>
        <p:spPr>
          <a:xfrm>
            <a:off x="2641600" y="3302000"/>
            <a:ext cx="27432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8" name="sc6-v"/>
          <p:cNvSpPr>
            <a:spLocks noGrp="1"/>
          </p:cNvSpPr>
          <p:nvPr/>
        </p:nvSpPr>
        <p:spPr>
          <a:xfrm>
            <a:off x="5486400" y="32766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29" name="sc7-n"/>
          <p:cNvSpPr>
            <a:spLocks noGrp="1"/>
          </p:cNvSpPr>
          <p:nvPr/>
        </p:nvSpPr>
        <p:spPr>
          <a:xfrm>
            <a:off x="381000" y="35052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0" name="sc7-b"/>
          <p:cNvSpPr>
            <a:spLocks noGrp="1"/>
          </p:cNvSpPr>
          <p:nvPr/>
        </p:nvSpPr>
        <p:spPr>
          <a:xfrm>
            <a:off x="2641600" y="3530600"/>
            <a:ext cx="27432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1" name="sc7-v"/>
          <p:cNvSpPr>
            <a:spLocks noGrp="1"/>
          </p:cNvSpPr>
          <p:nvPr/>
        </p:nvSpPr>
        <p:spPr>
          <a:xfrm>
            <a:off x="5486400" y="35052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32" name="sc8-n"/>
          <p:cNvSpPr>
            <a:spLocks noGrp="1"/>
          </p:cNvSpPr>
          <p:nvPr/>
        </p:nvSpPr>
        <p:spPr>
          <a:xfrm>
            <a:off x="381000" y="37338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3" name="sc8-b"/>
          <p:cNvSpPr>
            <a:spLocks noGrp="1"/>
          </p:cNvSpPr>
          <p:nvPr/>
        </p:nvSpPr>
        <p:spPr>
          <a:xfrm>
            <a:off x="2641600" y="3759200"/>
            <a:ext cx="2336800" cy="1397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4" name="sc8-v"/>
          <p:cNvSpPr>
            <a:spLocks noGrp="1"/>
          </p:cNvSpPr>
          <p:nvPr/>
        </p:nvSpPr>
        <p:spPr>
          <a:xfrm>
            <a:off x="5080000" y="37338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35" name="sc9-n"/>
          <p:cNvSpPr>
            <a:spLocks noGrp="1"/>
          </p:cNvSpPr>
          <p:nvPr/>
        </p:nvSpPr>
        <p:spPr>
          <a:xfrm>
            <a:off x="381000" y="39624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6" name="sc9-b"/>
          <p:cNvSpPr>
            <a:spLocks noGrp="1"/>
          </p:cNvSpPr>
          <p:nvPr/>
        </p:nvSpPr>
        <p:spPr>
          <a:xfrm>
            <a:off x="2641600" y="3987800"/>
            <a:ext cx="21590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37" name="sc9-v"/>
          <p:cNvSpPr>
            <a:spLocks noGrp="1"/>
          </p:cNvSpPr>
          <p:nvPr/>
        </p:nvSpPr>
        <p:spPr>
          <a:xfrm>
            <a:off x="4902200" y="39624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38" name="sc10-n"/>
          <p:cNvSpPr>
            <a:spLocks noGrp="1"/>
          </p:cNvSpPr>
          <p:nvPr/>
        </p:nvSpPr>
        <p:spPr>
          <a:xfrm>
            <a:off x="381000" y="41910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9" name="sc10-b"/>
          <p:cNvSpPr>
            <a:spLocks noGrp="1"/>
          </p:cNvSpPr>
          <p:nvPr/>
        </p:nvSpPr>
        <p:spPr>
          <a:xfrm>
            <a:off x="2641600" y="4216400"/>
            <a:ext cx="21590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40" name="sc10-v"/>
          <p:cNvSpPr>
            <a:spLocks noGrp="1"/>
          </p:cNvSpPr>
          <p:nvPr/>
        </p:nvSpPr>
        <p:spPr>
          <a:xfrm>
            <a:off x="4902200" y="41910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41" name="sc11-n"/>
          <p:cNvSpPr>
            <a:spLocks noGrp="1"/>
          </p:cNvSpPr>
          <p:nvPr/>
        </p:nvSpPr>
        <p:spPr>
          <a:xfrm>
            <a:off x="381000" y="44196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42" name="sc11-b"/>
          <p:cNvSpPr>
            <a:spLocks noGrp="1"/>
          </p:cNvSpPr>
          <p:nvPr/>
        </p:nvSpPr>
        <p:spPr>
          <a:xfrm>
            <a:off x="2641600" y="4445000"/>
            <a:ext cx="17526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43" name="sc11-v"/>
          <p:cNvSpPr>
            <a:spLocks noGrp="1"/>
          </p:cNvSpPr>
          <p:nvPr/>
        </p:nvSpPr>
        <p:spPr>
          <a:xfrm>
            <a:off x="4495800" y="44196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44" name="sc12-n"/>
          <p:cNvSpPr>
            <a:spLocks noGrp="1"/>
          </p:cNvSpPr>
          <p:nvPr/>
        </p:nvSpPr>
        <p:spPr>
          <a:xfrm>
            <a:off x="381000" y="46482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45" name="sc12-b"/>
          <p:cNvSpPr>
            <a:spLocks noGrp="1"/>
          </p:cNvSpPr>
          <p:nvPr/>
        </p:nvSpPr>
        <p:spPr>
          <a:xfrm>
            <a:off x="2641600" y="4673600"/>
            <a:ext cx="16383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46" name="sc12-v"/>
          <p:cNvSpPr>
            <a:spLocks noGrp="1"/>
          </p:cNvSpPr>
          <p:nvPr/>
        </p:nvSpPr>
        <p:spPr>
          <a:xfrm>
            <a:off x="4381500" y="46482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47" name="sc13-n"/>
          <p:cNvSpPr>
            <a:spLocks noGrp="1"/>
          </p:cNvSpPr>
          <p:nvPr/>
        </p:nvSpPr>
        <p:spPr>
          <a:xfrm>
            <a:off x="381000" y="48768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48" name="sc13-b"/>
          <p:cNvSpPr>
            <a:spLocks noGrp="1"/>
          </p:cNvSpPr>
          <p:nvPr/>
        </p:nvSpPr>
        <p:spPr>
          <a:xfrm>
            <a:off x="2641600" y="4902200"/>
            <a:ext cx="12319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49" name="sc13-v"/>
          <p:cNvSpPr>
            <a:spLocks noGrp="1"/>
          </p:cNvSpPr>
          <p:nvPr/>
        </p:nvSpPr>
        <p:spPr>
          <a:xfrm>
            <a:off x="3975100" y="48768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50" name="sc14-n"/>
          <p:cNvSpPr>
            <a:spLocks noGrp="1"/>
          </p:cNvSpPr>
          <p:nvPr/>
        </p:nvSpPr>
        <p:spPr>
          <a:xfrm>
            <a:off x="381000" y="51054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51" name="sc14-b"/>
          <p:cNvSpPr>
            <a:spLocks noGrp="1"/>
          </p:cNvSpPr>
          <p:nvPr/>
        </p:nvSpPr>
        <p:spPr>
          <a:xfrm>
            <a:off x="2641600" y="5130800"/>
            <a:ext cx="11684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52" name="sc14-v"/>
          <p:cNvSpPr>
            <a:spLocks noGrp="1"/>
          </p:cNvSpPr>
          <p:nvPr/>
        </p:nvSpPr>
        <p:spPr>
          <a:xfrm>
            <a:off x="3911600" y="51054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53" name="sc15-n"/>
          <p:cNvSpPr>
            <a:spLocks noGrp="1"/>
          </p:cNvSpPr>
          <p:nvPr/>
        </p:nvSpPr>
        <p:spPr>
          <a:xfrm>
            <a:off x="381000" y="53340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54" name="sc15-b"/>
          <p:cNvSpPr>
            <a:spLocks noGrp="1"/>
          </p:cNvSpPr>
          <p:nvPr/>
        </p:nvSpPr>
        <p:spPr>
          <a:xfrm>
            <a:off x="2641600" y="5359400"/>
            <a:ext cx="11049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55" name="sc15-v"/>
          <p:cNvSpPr>
            <a:spLocks noGrp="1"/>
          </p:cNvSpPr>
          <p:nvPr/>
        </p:nvSpPr>
        <p:spPr>
          <a:xfrm>
            <a:off x="3848100" y="53340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56" name="sc16-n"/>
          <p:cNvSpPr>
            <a:spLocks noGrp="1"/>
          </p:cNvSpPr>
          <p:nvPr/>
        </p:nvSpPr>
        <p:spPr>
          <a:xfrm>
            <a:off x="381000" y="55626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57" name="sc16-b"/>
          <p:cNvSpPr>
            <a:spLocks noGrp="1"/>
          </p:cNvSpPr>
          <p:nvPr/>
        </p:nvSpPr>
        <p:spPr>
          <a:xfrm>
            <a:off x="2641600" y="5588000"/>
            <a:ext cx="1104900" cy="139700"/>
          </a:xfrm>
          <a:prstGeom prst="rect">
            <a:avLst/>
          </a:prstGeom>
          <a:solidFill>
            <a:srgbClr val="C9D3E0"/>
          </a:solidFill>
          <a:ln>
            <a:noFill/>
          </a:ln>
        </p:spPr>
      </p:sp>
      <p:sp>
        <p:nvSpPr>
          <p:cNvPr id="58" name="sc16-v"/>
          <p:cNvSpPr>
            <a:spLocks noGrp="1"/>
          </p:cNvSpPr>
          <p:nvPr/>
        </p:nvSpPr>
        <p:spPr>
          <a:xfrm>
            <a:off x="3848100" y="5562600"/>
            <a:ext cx="50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endParaRPr sz="1000"/>
          </a:p>
        </p:txBody>
      </p:sp>
      <p:sp>
        <p:nvSpPr>
          <p:cNvPr id="59" name="rs-div"/>
          <p:cNvSpPr>
            <a:spLocks noGrp="1"/>
          </p:cNvSpPr>
          <p:nvPr/>
        </p:nvSpPr>
        <p:spPr>
          <a:xfrm>
            <a:off x="8432800" y="1981200"/>
            <a:ext cx="12700" cy="38100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0" name="rs1-n"/>
          <p:cNvSpPr>
            <a:spLocks noGrp="1"/>
          </p:cNvSpPr>
          <p:nvPr/>
        </p:nvSpPr>
        <p:spPr>
          <a:xfrm>
            <a:off x="8890000" y="21590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47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61" name="rs1-l"/>
          <p:cNvSpPr>
            <a:spLocks noGrp="1"/>
          </p:cNvSpPr>
          <p:nvPr/>
        </p:nvSpPr>
        <p:spPr>
          <a:xfrm>
            <a:off x="8890000" y="26162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62" name="rs1-d"/>
          <p:cNvSpPr>
            <a:spLocks noGrp="1"/>
          </p:cNvSpPr>
          <p:nvPr/>
        </p:nvSpPr>
        <p:spPr>
          <a:xfrm>
            <a:off x="8890000" y="2819400"/>
            <a:ext cx="292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63" name="rs1-u"/>
          <p:cNvSpPr>
            <a:spLocks noGrp="1"/>
          </p:cNvSpPr>
          <p:nvPr/>
        </p:nvSpPr>
        <p:spPr>
          <a:xfrm>
            <a:off x="8890000" y="3098800"/>
            <a:ext cx="2921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4" name="rs2-n"/>
          <p:cNvSpPr>
            <a:spLocks noGrp="1"/>
          </p:cNvSpPr>
          <p:nvPr/>
        </p:nvSpPr>
        <p:spPr>
          <a:xfrm>
            <a:off x="8890000" y="33274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</a:t>
            </a:r>
            <a:endParaRPr sz="1600"/>
          </a:p>
        </p:txBody>
      </p:sp>
      <p:sp>
        <p:nvSpPr>
          <p:cNvPr id="65" name="rs2-l"/>
          <p:cNvSpPr>
            <a:spLocks noGrp="1"/>
          </p:cNvSpPr>
          <p:nvPr/>
        </p:nvSpPr>
        <p:spPr>
          <a:xfrm>
            <a:off x="8890000" y="37846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66" name="rs2-d"/>
          <p:cNvSpPr>
            <a:spLocks noGrp="1"/>
          </p:cNvSpPr>
          <p:nvPr/>
        </p:nvSpPr>
        <p:spPr>
          <a:xfrm>
            <a:off x="8890000" y="3987800"/>
            <a:ext cx="292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35%</a:t>
            </a:r>
            <a:endParaRPr sz="1000"/>
          </a:p>
        </p:txBody>
      </p:sp>
      <p:sp>
        <p:nvSpPr>
          <p:cNvPr id="67" name="rs2-u"/>
          <p:cNvSpPr>
            <a:spLocks noGrp="1"/>
          </p:cNvSpPr>
          <p:nvPr/>
        </p:nvSpPr>
        <p:spPr>
          <a:xfrm>
            <a:off x="8890000" y="4267200"/>
            <a:ext cx="2921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8" name="rs3-n"/>
          <p:cNvSpPr>
            <a:spLocks noGrp="1"/>
          </p:cNvSpPr>
          <p:nvPr/>
        </p:nvSpPr>
        <p:spPr>
          <a:xfrm>
            <a:off x="8890000" y="4495800"/>
            <a:ext cx="2921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8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</a:t>
            </a:r>
            <a:endParaRPr sz="1600"/>
          </a:p>
        </p:txBody>
      </p:sp>
      <p:sp>
        <p:nvSpPr>
          <p:cNvPr id="69" name="rs3-l"/>
          <p:cNvSpPr>
            <a:spLocks noGrp="1"/>
          </p:cNvSpPr>
          <p:nvPr/>
        </p:nvSpPr>
        <p:spPr>
          <a:xfrm>
            <a:off x="8890000" y="4953000"/>
            <a:ext cx="292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内容</a:t>
            </a:r>
            <a:endParaRPr sz="1150" b="1">
              <a:solidFill>
                <a:srgbClr val="E8862D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70" name="rs3-d"/>
          <p:cNvSpPr>
            <a:spLocks noGrp="1"/>
          </p:cNvSpPr>
          <p:nvPr/>
        </p:nvSpPr>
        <p:spPr>
          <a:xfrm>
            <a:off x="8890000" y="5156200"/>
            <a:ext cx="2921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47项</a:t>
            </a:r>
            <a:endParaRPr sz="1000"/>
          </a:p>
        </p:txBody>
      </p:sp>
      <p:sp>
        <p:nvSpPr>
          <p:cNvPr id="71" name="rs3-u"/>
          <p:cNvSpPr>
            <a:spLocks noGrp="1"/>
          </p:cNvSpPr>
          <p:nvPr/>
        </p:nvSpPr>
        <p:spPr>
          <a:xfrm>
            <a:off x="8890000" y="5435600"/>
            <a:ext cx="2921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72" name="note"/>
          <p:cNvSpPr>
            <a:spLocks noGrp="1"/>
          </p:cNvSpPr>
          <p:nvPr/>
        </p:nvSpPr>
        <p:spPr>
          <a:xfrm>
            <a:off x="381000" y="5842000"/>
            <a:ext cx="889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900"/>
          </a:p>
        </p:txBody>
      </p:sp>
      <p:sp>
        <p:nvSpPr>
          <p:cNvPr id="73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74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75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工作结构分析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06 / 38</a:t>
            </a:r>
            <a:endParaRPr sz="950"/>
          </a:p>
        </p:txBody>
      </p:sp>
      <p:sp>
        <p:nvSpPr>
          <p:cNvPr id="8" name="t0-card"/>
          <p:cNvSpPr>
            <a:spLocks noGrp="1"/>
          </p:cNvSpPr>
          <p:nvPr/>
        </p:nvSpPr>
        <p:spPr>
          <a:xfrm>
            <a:off x="381000" y="1905000"/>
            <a:ext cx="1143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</p:sp>
      <p:sp>
        <p:nvSpPr>
          <p:cNvPr id="9" name="t0-label"/>
          <p:cNvSpPr>
            <a:spLocks noGrp="1"/>
          </p:cNvSpPr>
          <p:nvPr/>
        </p:nvSpPr>
        <p:spPr>
          <a:xfrm>
            <a:off x="381000" y="1905000"/>
            <a:ext cx="1905000" cy="1016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t0-lt"/>
          <p:cNvSpPr>
            <a:spLocks noGrp="1"/>
          </p:cNvSpPr>
          <p:nvPr/>
        </p:nvSpPr>
        <p:spPr>
          <a:xfrm>
            <a:off x="381000" y="21082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11" name="t0-lc"/>
          <p:cNvSpPr>
            <a:spLocks noGrp="1"/>
          </p:cNvSpPr>
          <p:nvPr/>
        </p:nvSpPr>
        <p:spPr>
          <a:xfrm>
            <a:off x="381000" y="24638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1050"/>
          </a:p>
        </p:txBody>
      </p:sp>
      <p:sp>
        <p:nvSpPr>
          <p:cNvPr id="12" name="t0-names"/>
          <p:cNvSpPr>
            <a:spLocks noGrp="1"/>
          </p:cNvSpPr>
          <p:nvPr/>
        </p:nvSpPr>
        <p:spPr>
          <a:xfrm>
            <a:off x="2540000" y="20320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7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1050"/>
          </a:p>
        </p:txBody>
      </p:sp>
      <p:sp>
        <p:nvSpPr>
          <p:cNvPr id="13" name="t0-div"/>
          <p:cNvSpPr>
            <a:spLocks noGrp="1"/>
          </p:cNvSpPr>
          <p:nvPr/>
        </p:nvSpPr>
        <p:spPr>
          <a:xfrm>
            <a:off x="7747000" y="2108200"/>
            <a:ext cx="12700" cy="6096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4" name="t0-num"/>
          <p:cNvSpPr>
            <a:spLocks noGrp="1"/>
          </p:cNvSpPr>
          <p:nvPr/>
        </p:nvSpPr>
        <p:spPr>
          <a:xfrm>
            <a:off x="8077200" y="2057400"/>
            <a:ext cx="1498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15" name="t0-share"/>
          <p:cNvSpPr>
            <a:spLocks noGrp="1"/>
          </p:cNvSpPr>
          <p:nvPr/>
        </p:nvSpPr>
        <p:spPr>
          <a:xfrm>
            <a:off x="8077200" y="2514600"/>
            <a:ext cx="14986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35%</a:t>
            </a:r>
            <a:endParaRPr sz="950"/>
          </a:p>
        </p:txBody>
      </p:sp>
      <p:sp>
        <p:nvSpPr>
          <p:cNvPr id="16" name="t0-arrow"/>
          <p:cNvSpPr>
            <a:spLocks noGrp="1"/>
          </p:cNvSpPr>
          <p:nvPr/>
        </p:nvSpPr>
        <p:spPr>
          <a:xfrm>
            <a:off x="9677400" y="2298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9" y="279"/>
                </a:moveTo>
                <a:cubicBezTo>
                  <a:pt x="452" y="266"/>
                  <a:pt x="452" y="246"/>
                  <a:pt x="439" y="233"/>
                </a:cubicBezTo>
                <a:lnTo>
                  <a:pt x="279" y="73"/>
                </a:lnTo>
                <a:cubicBezTo>
                  <a:pt x="267" y="61"/>
                  <a:pt x="246" y="61"/>
                  <a:pt x="234" y="73"/>
                </a:cubicBezTo>
                <a:cubicBezTo>
                  <a:pt x="221" y="86"/>
                  <a:pt x="221" y="106"/>
                  <a:pt x="234" y="119"/>
                </a:cubicBezTo>
                <a:lnTo>
                  <a:pt x="371" y="256"/>
                </a:lnTo>
                <a:lnTo>
                  <a:pt x="234" y="393"/>
                </a:lnTo>
                <a:cubicBezTo>
                  <a:pt x="221" y="406"/>
                  <a:pt x="221" y="426"/>
                  <a:pt x="234" y="439"/>
                </a:cubicBezTo>
                <a:cubicBezTo>
                  <a:pt x="246" y="451"/>
                  <a:pt x="267" y="451"/>
                  <a:pt x="279" y="439"/>
                </a:cubicBezTo>
                <a:lnTo>
                  <a:pt x="439" y="279"/>
                </a:lnTo>
                <a:close/>
                <a:moveTo>
                  <a:pt x="87" y="439"/>
                </a:moveTo>
                <a:lnTo>
                  <a:pt x="247" y="279"/>
                </a:lnTo>
                <a:cubicBezTo>
                  <a:pt x="260" y="266"/>
                  <a:pt x="260" y="246"/>
                  <a:pt x="247" y="233"/>
                </a:cubicBezTo>
                <a:lnTo>
                  <a:pt x="87" y="73"/>
                </a:lnTo>
                <a:cubicBezTo>
                  <a:pt x="75" y="61"/>
                  <a:pt x="54" y="61"/>
                  <a:pt x="42" y="73"/>
                </a:cubicBezTo>
                <a:cubicBezTo>
                  <a:pt x="29" y="86"/>
                  <a:pt x="29" y="106"/>
                  <a:pt x="42" y="119"/>
                </a:cubicBezTo>
                <a:lnTo>
                  <a:pt x="179" y="256"/>
                </a:lnTo>
                <a:lnTo>
                  <a:pt x="42" y="393"/>
                </a:lnTo>
                <a:cubicBezTo>
                  <a:pt x="29" y="406"/>
                  <a:pt x="29" y="426"/>
                  <a:pt x="42" y="439"/>
                </a:cubicBezTo>
                <a:cubicBezTo>
                  <a:pt x="54" y="451"/>
                  <a:pt x="75" y="451"/>
                  <a:pt x="87" y="439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7" name="t0-act"/>
          <p:cNvSpPr>
            <a:spLocks noGrp="1"/>
          </p:cNvSpPr>
          <p:nvPr/>
        </p:nvSpPr>
        <p:spPr>
          <a:xfrm>
            <a:off x="10033000" y="2032000"/>
            <a:ext cx="177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150"/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8" name="t1-card"/>
          <p:cNvSpPr>
            <a:spLocks noGrp="1"/>
          </p:cNvSpPr>
          <p:nvPr/>
        </p:nvSpPr>
        <p:spPr>
          <a:xfrm>
            <a:off x="381000" y="3073400"/>
            <a:ext cx="1143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</p:sp>
      <p:sp>
        <p:nvSpPr>
          <p:cNvPr id="19" name="t1-label"/>
          <p:cNvSpPr>
            <a:spLocks noGrp="1"/>
          </p:cNvSpPr>
          <p:nvPr/>
        </p:nvSpPr>
        <p:spPr>
          <a:xfrm>
            <a:off x="381000" y="3073400"/>
            <a:ext cx="1905000" cy="1016000"/>
          </a:xfrm>
          <a:prstGeom prst="rect">
            <a:avLst/>
          </a:prstGeom>
          <a:solidFill>
            <a:srgbClr val="1E3D6E"/>
          </a:solidFill>
          <a:ln>
            <a:noFill/>
          </a:ln>
        </p:spPr>
      </p:sp>
      <p:sp>
        <p:nvSpPr>
          <p:cNvPr id="20" name="t1-lt"/>
          <p:cNvSpPr>
            <a:spLocks noGrp="1"/>
          </p:cNvSpPr>
          <p:nvPr/>
        </p:nvSpPr>
        <p:spPr>
          <a:xfrm>
            <a:off x="381000" y="32766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21" name="t1-lc"/>
          <p:cNvSpPr>
            <a:spLocks noGrp="1"/>
          </p:cNvSpPr>
          <p:nvPr/>
        </p:nvSpPr>
        <p:spPr>
          <a:xfrm>
            <a:off x="381000" y="36322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1050"/>
          </a:p>
        </p:txBody>
      </p:sp>
      <p:sp>
        <p:nvSpPr>
          <p:cNvPr id="22" name="t1-names"/>
          <p:cNvSpPr>
            <a:spLocks noGrp="1"/>
          </p:cNvSpPr>
          <p:nvPr/>
        </p:nvSpPr>
        <p:spPr>
          <a:xfrm>
            <a:off x="2540000" y="32004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7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23" name="t1-div"/>
          <p:cNvSpPr>
            <a:spLocks noGrp="1"/>
          </p:cNvSpPr>
          <p:nvPr/>
        </p:nvSpPr>
        <p:spPr>
          <a:xfrm>
            <a:off x="7747000" y="3276600"/>
            <a:ext cx="12700" cy="6096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4" name="t1-num"/>
          <p:cNvSpPr>
            <a:spLocks noGrp="1"/>
          </p:cNvSpPr>
          <p:nvPr/>
        </p:nvSpPr>
        <p:spPr>
          <a:xfrm>
            <a:off x="8077200" y="3225800"/>
            <a:ext cx="1498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25" name="t1-share"/>
          <p:cNvSpPr>
            <a:spLocks noGrp="1"/>
          </p:cNvSpPr>
          <p:nvPr/>
        </p:nvSpPr>
        <p:spPr>
          <a:xfrm>
            <a:off x="8077200" y="3683000"/>
            <a:ext cx="14986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35%</a:t>
            </a:r>
            <a:endParaRPr sz="950"/>
          </a:p>
        </p:txBody>
      </p:sp>
      <p:sp>
        <p:nvSpPr>
          <p:cNvPr id="26" name="t1-arrow"/>
          <p:cNvSpPr>
            <a:spLocks noGrp="1"/>
          </p:cNvSpPr>
          <p:nvPr/>
        </p:nvSpPr>
        <p:spPr>
          <a:xfrm>
            <a:off x="9677400" y="3467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9" y="279"/>
                </a:moveTo>
                <a:cubicBezTo>
                  <a:pt x="452" y="266"/>
                  <a:pt x="452" y="246"/>
                  <a:pt x="439" y="233"/>
                </a:cubicBezTo>
                <a:lnTo>
                  <a:pt x="279" y="73"/>
                </a:lnTo>
                <a:cubicBezTo>
                  <a:pt x="267" y="61"/>
                  <a:pt x="246" y="61"/>
                  <a:pt x="234" y="73"/>
                </a:cubicBezTo>
                <a:cubicBezTo>
                  <a:pt x="221" y="86"/>
                  <a:pt x="221" y="106"/>
                  <a:pt x="234" y="119"/>
                </a:cubicBezTo>
                <a:lnTo>
                  <a:pt x="371" y="256"/>
                </a:lnTo>
                <a:lnTo>
                  <a:pt x="234" y="393"/>
                </a:lnTo>
                <a:cubicBezTo>
                  <a:pt x="221" y="406"/>
                  <a:pt x="221" y="426"/>
                  <a:pt x="234" y="439"/>
                </a:cubicBezTo>
                <a:cubicBezTo>
                  <a:pt x="246" y="451"/>
                  <a:pt x="267" y="451"/>
                  <a:pt x="279" y="439"/>
                </a:cubicBezTo>
                <a:lnTo>
                  <a:pt x="439" y="279"/>
                </a:lnTo>
                <a:close/>
                <a:moveTo>
                  <a:pt x="87" y="439"/>
                </a:moveTo>
                <a:lnTo>
                  <a:pt x="247" y="279"/>
                </a:lnTo>
                <a:cubicBezTo>
                  <a:pt x="260" y="266"/>
                  <a:pt x="260" y="246"/>
                  <a:pt x="247" y="233"/>
                </a:cubicBezTo>
                <a:lnTo>
                  <a:pt x="87" y="73"/>
                </a:lnTo>
                <a:cubicBezTo>
                  <a:pt x="75" y="61"/>
                  <a:pt x="54" y="61"/>
                  <a:pt x="42" y="73"/>
                </a:cubicBezTo>
                <a:cubicBezTo>
                  <a:pt x="29" y="86"/>
                  <a:pt x="29" y="106"/>
                  <a:pt x="42" y="119"/>
                </a:cubicBezTo>
                <a:lnTo>
                  <a:pt x="179" y="256"/>
                </a:lnTo>
                <a:lnTo>
                  <a:pt x="42" y="393"/>
                </a:lnTo>
                <a:cubicBezTo>
                  <a:pt x="29" y="406"/>
                  <a:pt x="29" y="426"/>
                  <a:pt x="42" y="439"/>
                </a:cubicBezTo>
                <a:cubicBezTo>
                  <a:pt x="54" y="451"/>
                  <a:pt x="75" y="451"/>
                  <a:pt x="87" y="439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7" name="t1-act"/>
          <p:cNvSpPr>
            <a:spLocks noGrp="1"/>
          </p:cNvSpPr>
          <p:nvPr/>
        </p:nvSpPr>
        <p:spPr>
          <a:xfrm>
            <a:off x="10033000" y="3200400"/>
            <a:ext cx="177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150"/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28" name="t2-card"/>
          <p:cNvSpPr>
            <a:spLocks noGrp="1"/>
          </p:cNvSpPr>
          <p:nvPr/>
        </p:nvSpPr>
        <p:spPr>
          <a:xfrm>
            <a:off x="381000" y="4241800"/>
            <a:ext cx="11430000" cy="101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</p:spPr>
      </p:sp>
      <p:sp>
        <p:nvSpPr>
          <p:cNvPr id="29" name="t2-label"/>
          <p:cNvSpPr>
            <a:spLocks noGrp="1"/>
          </p:cNvSpPr>
          <p:nvPr/>
        </p:nvSpPr>
        <p:spPr>
          <a:xfrm>
            <a:off x="381000" y="4241800"/>
            <a:ext cx="1905000" cy="10160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30" name="t2-lt"/>
          <p:cNvSpPr>
            <a:spLocks noGrp="1"/>
          </p:cNvSpPr>
          <p:nvPr/>
        </p:nvSpPr>
        <p:spPr>
          <a:xfrm>
            <a:off x="381000" y="4445000"/>
            <a:ext cx="1905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31" name="t2-lc"/>
          <p:cNvSpPr>
            <a:spLocks noGrp="1"/>
          </p:cNvSpPr>
          <p:nvPr/>
        </p:nvSpPr>
        <p:spPr>
          <a:xfrm>
            <a:off x="381000" y="4800600"/>
            <a:ext cx="1905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1050"/>
          </a:p>
        </p:txBody>
      </p:sp>
      <p:sp>
        <p:nvSpPr>
          <p:cNvPr id="32" name="t2-names"/>
          <p:cNvSpPr>
            <a:spLocks noGrp="1"/>
          </p:cNvSpPr>
          <p:nvPr/>
        </p:nvSpPr>
        <p:spPr>
          <a:xfrm>
            <a:off x="2540000" y="4368800"/>
            <a:ext cx="4978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7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50"/>
          </a:p>
        </p:txBody>
      </p:sp>
      <p:sp>
        <p:nvSpPr>
          <p:cNvPr id="33" name="t2-div"/>
          <p:cNvSpPr>
            <a:spLocks noGrp="1"/>
          </p:cNvSpPr>
          <p:nvPr/>
        </p:nvSpPr>
        <p:spPr>
          <a:xfrm>
            <a:off x="7747000" y="4445000"/>
            <a:ext cx="12700" cy="6096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34" name="t2-num"/>
          <p:cNvSpPr>
            <a:spLocks noGrp="1"/>
          </p:cNvSpPr>
          <p:nvPr/>
        </p:nvSpPr>
        <p:spPr>
          <a:xfrm>
            <a:off x="8077200" y="4394200"/>
            <a:ext cx="14986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35" name="t2-share"/>
          <p:cNvSpPr>
            <a:spLocks noGrp="1"/>
          </p:cNvSpPr>
          <p:nvPr/>
        </p:nvSpPr>
        <p:spPr>
          <a:xfrm>
            <a:off x="8077200" y="4851400"/>
            <a:ext cx="14986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35%</a:t>
            </a:r>
            <a:endParaRPr sz="950"/>
          </a:p>
        </p:txBody>
      </p:sp>
      <p:sp>
        <p:nvSpPr>
          <p:cNvPr id="36" name="t2-arrow"/>
          <p:cNvSpPr>
            <a:spLocks noGrp="1"/>
          </p:cNvSpPr>
          <p:nvPr/>
        </p:nvSpPr>
        <p:spPr>
          <a:xfrm>
            <a:off x="9677400" y="463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39" y="279"/>
                </a:moveTo>
                <a:cubicBezTo>
                  <a:pt x="452" y="266"/>
                  <a:pt x="452" y="246"/>
                  <a:pt x="439" y="233"/>
                </a:cubicBezTo>
                <a:lnTo>
                  <a:pt x="279" y="73"/>
                </a:lnTo>
                <a:cubicBezTo>
                  <a:pt x="267" y="61"/>
                  <a:pt x="246" y="61"/>
                  <a:pt x="234" y="73"/>
                </a:cubicBezTo>
                <a:cubicBezTo>
                  <a:pt x="221" y="86"/>
                  <a:pt x="221" y="106"/>
                  <a:pt x="234" y="119"/>
                </a:cubicBezTo>
                <a:lnTo>
                  <a:pt x="371" y="256"/>
                </a:lnTo>
                <a:lnTo>
                  <a:pt x="234" y="393"/>
                </a:lnTo>
                <a:cubicBezTo>
                  <a:pt x="221" y="406"/>
                  <a:pt x="221" y="426"/>
                  <a:pt x="234" y="439"/>
                </a:cubicBezTo>
                <a:cubicBezTo>
                  <a:pt x="246" y="451"/>
                  <a:pt x="267" y="451"/>
                  <a:pt x="279" y="439"/>
                </a:cubicBezTo>
                <a:lnTo>
                  <a:pt x="439" y="279"/>
                </a:lnTo>
                <a:close/>
                <a:moveTo>
                  <a:pt x="87" y="439"/>
                </a:moveTo>
                <a:lnTo>
                  <a:pt x="247" y="279"/>
                </a:lnTo>
                <a:cubicBezTo>
                  <a:pt x="260" y="266"/>
                  <a:pt x="260" y="246"/>
                  <a:pt x="247" y="233"/>
                </a:cubicBezTo>
                <a:lnTo>
                  <a:pt x="87" y="73"/>
                </a:lnTo>
                <a:cubicBezTo>
                  <a:pt x="75" y="61"/>
                  <a:pt x="54" y="61"/>
                  <a:pt x="42" y="73"/>
                </a:cubicBezTo>
                <a:cubicBezTo>
                  <a:pt x="29" y="86"/>
                  <a:pt x="29" y="106"/>
                  <a:pt x="42" y="119"/>
                </a:cubicBezTo>
                <a:lnTo>
                  <a:pt x="179" y="256"/>
                </a:lnTo>
                <a:lnTo>
                  <a:pt x="42" y="393"/>
                </a:lnTo>
                <a:cubicBezTo>
                  <a:pt x="29" y="406"/>
                  <a:pt x="29" y="426"/>
                  <a:pt x="42" y="439"/>
                </a:cubicBezTo>
                <a:cubicBezTo>
                  <a:pt x="54" y="451"/>
                  <a:pt x="75" y="451"/>
                  <a:pt x="87" y="439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37" name="t2-act"/>
          <p:cNvSpPr>
            <a:spLocks noGrp="1"/>
          </p:cNvSpPr>
          <p:nvPr/>
        </p:nvSpPr>
        <p:spPr>
          <a:xfrm>
            <a:off x="10033000" y="4368800"/>
            <a:ext cx="1778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150"/>
          </a:p>
          <a:p>
            <a:pPr algn="l">
              <a:lnSpc>
                <a:spcPct val="140000"/>
              </a:lnSpc>
              <a:spcBef>
                <a:spcPts val="400"/>
              </a:spcBef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38" name="note"/>
          <p:cNvSpPr>
            <a:spLocks noGrp="1"/>
          </p:cNvSpPr>
          <p:nvPr/>
        </p:nvSpPr>
        <p:spPr>
          <a:xfrm>
            <a:off x="381000" y="57404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0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</a:t>
            </a:r>
            <a:r>
              <a:rPr sz="10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事实依据和</a:t>
            </a: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后续安排。</a:t>
            </a:r>
            <a:endParaRPr sz="1000"/>
          </a:p>
        </p:txBody>
      </p:sp>
      <p:sp>
        <p:nvSpPr>
          <p:cNvPr id="39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0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1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成果构成示例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07 / 38</a:t>
            </a:r>
            <a:endParaRPr sz="950"/>
          </a:p>
        </p:txBody>
      </p:sp>
      <p:pic>
        <p:nvPicPr>
          <p:cNvPr id="43" name="side-strip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graphicFrame>
        <p:nvGraphicFramePr>
          <p:cNvPr id="44" name="donut"/>
          <p:cNvGraphicFramePr/>
          <p:nvPr/>
        </p:nvGraphicFramePr>
        <p:xfrm>
          <a:off x="381000" y="1905000"/>
          <a:ext cx="3810000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donut-c"/>
          <p:cNvSpPr>
            <a:spLocks noGrp="1"/>
          </p:cNvSpPr>
          <p:nvPr/>
        </p:nvSpPr>
        <p:spPr>
          <a:xfrm>
            <a:off x="1206500" y="3302000"/>
            <a:ext cx="21590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2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600"/>
          </a:p>
          <a:p>
            <a:pPr algn="ctr">
              <a:lnSpc>
                <a:spcPct val="120000"/>
              </a:lnSpc>
              <a:spcBef>
                <a:spcPts val="200"/>
              </a:spcBef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600"/>
          </a:p>
        </p:txBody>
      </p:sp>
      <p:sp>
        <p:nvSpPr>
          <p:cNvPr id="11" name="shape-11"/>
          <p:cNvSpPr>
            <a:spLocks noGrp="1"/>
          </p:cNvSpPr>
          <p:nvPr/>
        </p:nvSpPr>
        <p:spPr>
          <a:xfrm>
            <a:off x="381000" y="57404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61项</a:t>
            </a:r>
            <a:endParaRPr sz="1100"/>
          </a:p>
        </p:txBody>
      </p:sp>
      <p:sp>
        <p:nvSpPr>
          <p:cNvPr id="12" name="shape-12"/>
          <p:cNvSpPr>
            <a:spLocks noGrp="1"/>
          </p:cNvSpPr>
          <p:nvPr/>
        </p:nvSpPr>
        <p:spPr>
          <a:xfrm>
            <a:off x="1651000" y="57404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61项</a:t>
            </a:r>
            <a:endParaRPr sz="1100"/>
          </a:p>
        </p:txBody>
      </p:sp>
      <p:sp>
        <p:nvSpPr>
          <p:cNvPr id="13" name="shape-13"/>
          <p:cNvSpPr>
            <a:spLocks noGrp="1"/>
          </p:cNvSpPr>
          <p:nvPr/>
        </p:nvSpPr>
        <p:spPr>
          <a:xfrm>
            <a:off x="2921000" y="5740400"/>
            <a:ext cx="1219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61项</a:t>
            </a:r>
            <a:endParaRPr sz="1100"/>
          </a:p>
        </p:txBody>
      </p:sp>
      <p:sp>
        <p:nvSpPr>
          <p:cNvPr id="14" name="ot-title"/>
          <p:cNvSpPr>
            <a:spLocks noGrp="1"/>
          </p:cNvSpPr>
          <p:nvPr/>
        </p:nvSpPr>
        <p:spPr>
          <a:xfrm>
            <a:off x="4826000" y="19304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成果构成示例</a:t>
            </a:r>
            <a:endParaRPr sz="1200"/>
          </a:p>
        </p:txBody>
      </p:sp>
      <p:sp>
        <p:nvSpPr>
          <p:cNvPr id="15" name="shape-15"/>
          <p:cNvSpPr>
            <a:spLocks noGrp="1"/>
          </p:cNvSpPr>
          <p:nvPr/>
        </p:nvSpPr>
        <p:spPr>
          <a:xfrm>
            <a:off x="4826000" y="23876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5842000" y="2413000"/>
            <a:ext cx="2921000" cy="1524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8839200" y="23876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31507F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105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4826000" y="29210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19" name="shape-19"/>
          <p:cNvSpPr>
            <a:spLocks noGrp="1"/>
          </p:cNvSpPr>
          <p:nvPr/>
        </p:nvSpPr>
        <p:spPr>
          <a:xfrm>
            <a:off x="5842000" y="2946400"/>
            <a:ext cx="2006600" cy="1524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20" name="shape-20"/>
          <p:cNvSpPr>
            <a:spLocks noGrp="1"/>
          </p:cNvSpPr>
          <p:nvPr/>
        </p:nvSpPr>
        <p:spPr>
          <a:xfrm>
            <a:off x="7924800" y="29210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31507F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1050"/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4826000" y="34544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22" name="shape-22"/>
          <p:cNvSpPr>
            <a:spLocks noGrp="1"/>
          </p:cNvSpPr>
          <p:nvPr/>
        </p:nvSpPr>
        <p:spPr>
          <a:xfrm>
            <a:off x="5842000" y="3479800"/>
            <a:ext cx="1447800" cy="1524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23" name="shape-23"/>
          <p:cNvSpPr>
            <a:spLocks noGrp="1"/>
          </p:cNvSpPr>
          <p:nvPr/>
        </p:nvSpPr>
        <p:spPr>
          <a:xfrm>
            <a:off x="7366000" y="3454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31507F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1050"/>
          </a:p>
        </p:txBody>
      </p:sp>
      <p:sp>
        <p:nvSpPr>
          <p:cNvPr id="24" name="shape-24"/>
          <p:cNvSpPr>
            <a:spLocks noGrp="1"/>
          </p:cNvSpPr>
          <p:nvPr/>
        </p:nvSpPr>
        <p:spPr>
          <a:xfrm>
            <a:off x="4826000" y="39878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25" name="shape-25"/>
          <p:cNvSpPr>
            <a:spLocks noGrp="1"/>
          </p:cNvSpPr>
          <p:nvPr/>
        </p:nvSpPr>
        <p:spPr>
          <a:xfrm>
            <a:off x="5842000" y="4013200"/>
            <a:ext cx="876300" cy="1524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26" name="shape-26"/>
          <p:cNvSpPr>
            <a:spLocks noGrp="1"/>
          </p:cNvSpPr>
          <p:nvPr/>
        </p:nvSpPr>
        <p:spPr>
          <a:xfrm>
            <a:off x="6794500" y="39878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31507F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1050"/>
          </a:p>
        </p:txBody>
      </p:sp>
      <p:sp>
        <p:nvSpPr>
          <p:cNvPr id="27" name="shape-27"/>
          <p:cNvSpPr>
            <a:spLocks noGrp="1"/>
          </p:cNvSpPr>
          <p:nvPr/>
        </p:nvSpPr>
        <p:spPr>
          <a:xfrm>
            <a:off x="4826000" y="4521200"/>
            <a:ext cx="965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28" name="shape-28"/>
          <p:cNvSpPr>
            <a:spLocks noGrp="1"/>
          </p:cNvSpPr>
          <p:nvPr/>
        </p:nvSpPr>
        <p:spPr>
          <a:xfrm>
            <a:off x="5842000" y="4546600"/>
            <a:ext cx="533400" cy="1524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29" name="shape-29"/>
          <p:cNvSpPr>
            <a:spLocks noGrp="1"/>
          </p:cNvSpPr>
          <p:nvPr/>
        </p:nvSpPr>
        <p:spPr>
          <a:xfrm>
            <a:off x="6451600" y="4521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>
                <a:solidFill>
                  <a:srgbClr val="31507F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1050"/>
          </a:p>
        </p:txBody>
      </p:sp>
      <p:sp>
        <p:nvSpPr>
          <p:cNvPr id="30" name="ot-axis"/>
          <p:cNvSpPr>
            <a:spLocks noGrp="1"/>
          </p:cNvSpPr>
          <p:nvPr/>
        </p:nvSpPr>
        <p:spPr>
          <a:xfrm>
            <a:off x="5842000" y="4876800"/>
            <a:ext cx="3429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31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2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33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三项观察与判断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08 / 38</a:t>
            </a:r>
            <a:endParaRPr sz="950"/>
          </a:p>
        </p:txBody>
      </p:sp>
      <p:pic>
        <p:nvPicPr>
          <p:cNvPr id="45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j0-num"/>
          <p:cNvSpPr>
            <a:spLocks noGrp="1"/>
          </p:cNvSpPr>
          <p:nvPr/>
        </p:nvSpPr>
        <p:spPr>
          <a:xfrm>
            <a:off x="381000" y="1981200"/>
            <a:ext cx="431800" cy="4318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j0-n"/>
          <p:cNvSpPr>
            <a:spLocks noGrp="1"/>
          </p:cNvSpPr>
          <p:nvPr/>
        </p:nvSpPr>
        <p:spPr>
          <a:xfrm>
            <a:off x="381000" y="1981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68</a:t>
            </a:r>
            <a:endParaRPr sz="1500"/>
          </a:p>
        </p:txBody>
      </p:sp>
      <p:sp>
        <p:nvSpPr>
          <p:cNvPr id="11" name="j0-t"/>
          <p:cNvSpPr>
            <a:spLocks noGrp="1"/>
          </p:cNvSpPr>
          <p:nvPr/>
        </p:nvSpPr>
        <p:spPr>
          <a:xfrm>
            <a:off x="1066800" y="1968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12" name="j0-d"/>
          <p:cNvSpPr>
            <a:spLocks noGrp="1"/>
          </p:cNvSpPr>
          <p:nvPr/>
        </p:nvSpPr>
        <p:spPr>
          <a:xfrm>
            <a:off x="4368800" y="1981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3" name="j0-line"/>
          <p:cNvSpPr>
            <a:spLocks noGrp="1"/>
          </p:cNvSpPr>
          <p:nvPr/>
        </p:nvSpPr>
        <p:spPr>
          <a:xfrm>
            <a:off x="1066800" y="2540000"/>
            <a:ext cx="8128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4" name="j1-num"/>
          <p:cNvSpPr>
            <a:spLocks noGrp="1"/>
          </p:cNvSpPr>
          <p:nvPr/>
        </p:nvSpPr>
        <p:spPr>
          <a:xfrm>
            <a:off x="381000" y="2743200"/>
            <a:ext cx="431800" cy="4318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j1-n"/>
          <p:cNvSpPr>
            <a:spLocks noGrp="1"/>
          </p:cNvSpPr>
          <p:nvPr/>
        </p:nvSpPr>
        <p:spPr>
          <a:xfrm>
            <a:off x="381000" y="2743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68</a:t>
            </a:r>
            <a:endParaRPr sz="1500"/>
          </a:p>
        </p:txBody>
      </p:sp>
      <p:sp>
        <p:nvSpPr>
          <p:cNvPr id="16" name="j1-t"/>
          <p:cNvSpPr>
            <a:spLocks noGrp="1"/>
          </p:cNvSpPr>
          <p:nvPr/>
        </p:nvSpPr>
        <p:spPr>
          <a:xfrm>
            <a:off x="1066800" y="2730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17" name="j1-d"/>
          <p:cNvSpPr>
            <a:spLocks noGrp="1"/>
          </p:cNvSpPr>
          <p:nvPr/>
        </p:nvSpPr>
        <p:spPr>
          <a:xfrm>
            <a:off x="4368800" y="2743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8" name="j1-line"/>
          <p:cNvSpPr>
            <a:spLocks noGrp="1"/>
          </p:cNvSpPr>
          <p:nvPr/>
        </p:nvSpPr>
        <p:spPr>
          <a:xfrm>
            <a:off x="1066800" y="3302000"/>
            <a:ext cx="8128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9" name="j2-num"/>
          <p:cNvSpPr>
            <a:spLocks noGrp="1"/>
          </p:cNvSpPr>
          <p:nvPr/>
        </p:nvSpPr>
        <p:spPr>
          <a:xfrm>
            <a:off x="381000" y="3505200"/>
            <a:ext cx="431800" cy="4318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0" name="j2-n"/>
          <p:cNvSpPr>
            <a:spLocks noGrp="1"/>
          </p:cNvSpPr>
          <p:nvPr/>
        </p:nvSpPr>
        <p:spPr>
          <a:xfrm>
            <a:off x="381000" y="3505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68</a:t>
            </a:r>
            <a:endParaRPr sz="1500"/>
          </a:p>
        </p:txBody>
      </p:sp>
      <p:sp>
        <p:nvSpPr>
          <p:cNvPr id="21" name="j2-t"/>
          <p:cNvSpPr>
            <a:spLocks noGrp="1"/>
          </p:cNvSpPr>
          <p:nvPr/>
        </p:nvSpPr>
        <p:spPr>
          <a:xfrm>
            <a:off x="1066800" y="3492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22" name="j2-d"/>
          <p:cNvSpPr>
            <a:spLocks noGrp="1"/>
          </p:cNvSpPr>
          <p:nvPr/>
        </p:nvSpPr>
        <p:spPr>
          <a:xfrm>
            <a:off x="4368800" y="3505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23" name="j2-line"/>
          <p:cNvSpPr>
            <a:spLocks noGrp="1"/>
          </p:cNvSpPr>
          <p:nvPr/>
        </p:nvSpPr>
        <p:spPr>
          <a:xfrm>
            <a:off x="1066800" y="4064000"/>
            <a:ext cx="8128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4" name="j3-num"/>
          <p:cNvSpPr>
            <a:spLocks noGrp="1"/>
          </p:cNvSpPr>
          <p:nvPr/>
        </p:nvSpPr>
        <p:spPr>
          <a:xfrm>
            <a:off x="381000" y="4267200"/>
            <a:ext cx="431800" cy="4318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j3-n"/>
          <p:cNvSpPr>
            <a:spLocks noGrp="1"/>
          </p:cNvSpPr>
          <p:nvPr/>
        </p:nvSpPr>
        <p:spPr>
          <a:xfrm>
            <a:off x="381000" y="4267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68</a:t>
            </a:r>
            <a:endParaRPr sz="1500"/>
          </a:p>
        </p:txBody>
      </p:sp>
      <p:sp>
        <p:nvSpPr>
          <p:cNvPr id="26" name="j3-t"/>
          <p:cNvSpPr>
            <a:spLocks noGrp="1"/>
          </p:cNvSpPr>
          <p:nvPr/>
        </p:nvSpPr>
        <p:spPr>
          <a:xfrm>
            <a:off x="1066800" y="4254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27" name="j3-d"/>
          <p:cNvSpPr>
            <a:spLocks noGrp="1"/>
          </p:cNvSpPr>
          <p:nvPr/>
        </p:nvSpPr>
        <p:spPr>
          <a:xfrm>
            <a:off x="4368800" y="4267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28" name="j3-line"/>
          <p:cNvSpPr>
            <a:spLocks noGrp="1"/>
          </p:cNvSpPr>
          <p:nvPr/>
        </p:nvSpPr>
        <p:spPr>
          <a:xfrm>
            <a:off x="1066800" y="4826000"/>
            <a:ext cx="8128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9" name="j4-num"/>
          <p:cNvSpPr>
            <a:spLocks noGrp="1"/>
          </p:cNvSpPr>
          <p:nvPr/>
        </p:nvSpPr>
        <p:spPr>
          <a:xfrm>
            <a:off x="381000" y="5029200"/>
            <a:ext cx="431800" cy="4318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0" name="j4-n"/>
          <p:cNvSpPr>
            <a:spLocks noGrp="1"/>
          </p:cNvSpPr>
          <p:nvPr/>
        </p:nvSpPr>
        <p:spPr>
          <a:xfrm>
            <a:off x="381000" y="5029200"/>
            <a:ext cx="4318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68</a:t>
            </a:r>
            <a:endParaRPr sz="1500"/>
          </a:p>
        </p:txBody>
      </p:sp>
      <p:sp>
        <p:nvSpPr>
          <p:cNvPr id="31" name="j4-t"/>
          <p:cNvSpPr>
            <a:spLocks noGrp="1"/>
          </p:cNvSpPr>
          <p:nvPr/>
        </p:nvSpPr>
        <p:spPr>
          <a:xfrm>
            <a:off x="1066800" y="50165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32" name="j4-d"/>
          <p:cNvSpPr>
            <a:spLocks noGrp="1"/>
          </p:cNvSpPr>
          <p:nvPr/>
        </p:nvSpPr>
        <p:spPr>
          <a:xfrm>
            <a:off x="4368800" y="5029200"/>
            <a:ext cx="4826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33" name="j4-line"/>
          <p:cNvSpPr>
            <a:spLocks noGrp="1"/>
          </p:cNvSpPr>
          <p:nvPr/>
        </p:nvSpPr>
        <p:spPr>
          <a:xfrm>
            <a:off x="1066800" y="5588000"/>
            <a:ext cx="8128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34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5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36" name="next-hint"/>
          <p:cNvSpPr>
            <a:spLocks noGrp="1"/>
          </p:cNvSpPr>
          <p:nvPr/>
        </p:nvSpPr>
        <p:spPr>
          <a:xfrm>
            <a:off x="4826000" y="6426200"/>
            <a:ext cx="4521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9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合作对象分布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09 / 38</a:t>
            </a:r>
            <a:endParaRPr sz="950"/>
          </a:p>
        </p:txBody>
      </p:sp>
      <p:sp>
        <p:nvSpPr>
          <p:cNvPr id="8" name="lg1-s"/>
          <p:cNvSpPr>
            <a:spLocks noGrp="1"/>
          </p:cNvSpPr>
          <p:nvPr/>
        </p:nvSpPr>
        <p:spPr>
          <a:xfrm>
            <a:off x="2641600" y="1803400"/>
            <a:ext cx="127000" cy="1270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9" name="lg1-t"/>
          <p:cNvSpPr>
            <a:spLocks noGrp="1"/>
          </p:cNvSpPr>
          <p:nvPr/>
        </p:nvSpPr>
        <p:spPr>
          <a:xfrm>
            <a:off x="2819400" y="1778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950"/>
          </a:p>
        </p:txBody>
      </p:sp>
      <p:sp>
        <p:nvSpPr>
          <p:cNvPr id="10" name="lg2-s"/>
          <p:cNvSpPr>
            <a:spLocks noGrp="1"/>
          </p:cNvSpPr>
          <p:nvPr/>
        </p:nvSpPr>
        <p:spPr>
          <a:xfrm>
            <a:off x="3937000" y="1803400"/>
            <a:ext cx="127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lg2-t"/>
          <p:cNvSpPr>
            <a:spLocks noGrp="1"/>
          </p:cNvSpPr>
          <p:nvPr/>
        </p:nvSpPr>
        <p:spPr>
          <a:xfrm>
            <a:off x="4114800" y="1778000"/>
            <a:ext cx="1016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950"/>
          </a:p>
        </p:txBody>
      </p:sp>
      <p:sp>
        <p:nvSpPr>
          <p:cNvPr id="12" name="lg3-s"/>
          <p:cNvSpPr>
            <a:spLocks noGrp="1"/>
          </p:cNvSpPr>
          <p:nvPr/>
        </p:nvSpPr>
        <p:spPr>
          <a:xfrm>
            <a:off x="5232400" y="1803400"/>
            <a:ext cx="127000" cy="127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3" name="lg3-t"/>
          <p:cNvSpPr>
            <a:spLocks noGrp="1"/>
          </p:cNvSpPr>
          <p:nvPr/>
        </p:nvSpPr>
        <p:spPr>
          <a:xfrm>
            <a:off x="5410200" y="1778000"/>
            <a:ext cx="1397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950"/>
          </a:p>
        </p:txBody>
      </p:sp>
      <p:sp>
        <p:nvSpPr>
          <p:cNvPr id="14" name="col-h1"/>
          <p:cNvSpPr>
            <a:spLocks noGrp="1"/>
          </p:cNvSpPr>
          <p:nvPr/>
        </p:nvSpPr>
        <p:spPr>
          <a:xfrm>
            <a:off x="6807200" y="1968500"/>
            <a:ext cx="14478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850"/>
          </a:p>
        </p:txBody>
      </p:sp>
      <p:sp>
        <p:nvSpPr>
          <p:cNvPr id="15" name="col-h2"/>
          <p:cNvSpPr>
            <a:spLocks noGrp="1"/>
          </p:cNvSpPr>
          <p:nvPr/>
        </p:nvSpPr>
        <p:spPr>
          <a:xfrm>
            <a:off x="8331200" y="1968500"/>
            <a:ext cx="660400" cy="1397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850"/>
          </a:p>
        </p:txBody>
      </p:sp>
      <p:sp>
        <p:nvSpPr>
          <p:cNvPr id="16" name="r0-n"/>
          <p:cNvSpPr>
            <a:spLocks noGrp="1"/>
          </p:cNvSpPr>
          <p:nvPr/>
        </p:nvSpPr>
        <p:spPr>
          <a:xfrm>
            <a:off x="381000" y="21590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7" name="r0-b1"/>
          <p:cNvSpPr>
            <a:spLocks noGrp="1"/>
          </p:cNvSpPr>
          <p:nvPr/>
        </p:nvSpPr>
        <p:spPr>
          <a:xfrm>
            <a:off x="2641600" y="2171700"/>
            <a:ext cx="40640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18" name="r0-b2"/>
          <p:cNvSpPr>
            <a:spLocks noGrp="1"/>
          </p:cNvSpPr>
          <p:nvPr/>
        </p:nvSpPr>
        <p:spPr>
          <a:xfrm>
            <a:off x="2641600" y="2286000"/>
            <a:ext cx="3873500" cy="762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9" name="r0-v"/>
          <p:cNvSpPr>
            <a:spLocks noGrp="1"/>
          </p:cNvSpPr>
          <p:nvPr/>
        </p:nvSpPr>
        <p:spPr>
          <a:xfrm>
            <a:off x="6807200" y="21590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20" name="r0-g"/>
          <p:cNvSpPr>
            <a:spLocks noGrp="1"/>
          </p:cNvSpPr>
          <p:nvPr/>
        </p:nvSpPr>
        <p:spPr>
          <a:xfrm>
            <a:off x="8280400" y="21590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00"/>
          </a:p>
        </p:txBody>
      </p:sp>
      <p:sp>
        <p:nvSpPr>
          <p:cNvPr id="21" name="r1-n"/>
          <p:cNvSpPr>
            <a:spLocks noGrp="1"/>
          </p:cNvSpPr>
          <p:nvPr/>
        </p:nvSpPr>
        <p:spPr>
          <a:xfrm>
            <a:off x="381000" y="25273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2" name="r1-b1"/>
          <p:cNvSpPr>
            <a:spLocks noGrp="1"/>
          </p:cNvSpPr>
          <p:nvPr/>
        </p:nvSpPr>
        <p:spPr>
          <a:xfrm>
            <a:off x="2641600" y="2540000"/>
            <a:ext cx="18669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23" name="r1-b2"/>
          <p:cNvSpPr>
            <a:spLocks noGrp="1"/>
          </p:cNvSpPr>
          <p:nvPr/>
        </p:nvSpPr>
        <p:spPr>
          <a:xfrm>
            <a:off x="2641600" y="2654300"/>
            <a:ext cx="3873500" cy="762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r1-v"/>
          <p:cNvSpPr>
            <a:spLocks noGrp="1"/>
          </p:cNvSpPr>
          <p:nvPr/>
        </p:nvSpPr>
        <p:spPr>
          <a:xfrm>
            <a:off x="6807200" y="25273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25" name="r1-g"/>
          <p:cNvSpPr>
            <a:spLocks noGrp="1"/>
          </p:cNvSpPr>
          <p:nvPr/>
        </p:nvSpPr>
        <p:spPr>
          <a:xfrm>
            <a:off x="8280400" y="25273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26" name="r2-n"/>
          <p:cNvSpPr>
            <a:spLocks noGrp="1"/>
          </p:cNvSpPr>
          <p:nvPr/>
        </p:nvSpPr>
        <p:spPr>
          <a:xfrm>
            <a:off x="381000" y="28956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7" name="r2-b1"/>
          <p:cNvSpPr>
            <a:spLocks noGrp="1"/>
          </p:cNvSpPr>
          <p:nvPr/>
        </p:nvSpPr>
        <p:spPr>
          <a:xfrm>
            <a:off x="2641600" y="2908300"/>
            <a:ext cx="16129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28" name="r2-b2"/>
          <p:cNvSpPr>
            <a:spLocks noGrp="1"/>
          </p:cNvSpPr>
          <p:nvPr/>
        </p:nvSpPr>
        <p:spPr>
          <a:xfrm>
            <a:off x="2641600" y="3022600"/>
            <a:ext cx="3708400" cy="762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9" name="r2-v"/>
          <p:cNvSpPr>
            <a:spLocks noGrp="1"/>
          </p:cNvSpPr>
          <p:nvPr/>
        </p:nvSpPr>
        <p:spPr>
          <a:xfrm>
            <a:off x="6807200" y="28956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30" name="r2-g"/>
          <p:cNvSpPr>
            <a:spLocks noGrp="1"/>
          </p:cNvSpPr>
          <p:nvPr/>
        </p:nvSpPr>
        <p:spPr>
          <a:xfrm>
            <a:off x="8280400" y="28956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31" name="r3-n"/>
          <p:cNvSpPr>
            <a:spLocks noGrp="1"/>
          </p:cNvSpPr>
          <p:nvPr/>
        </p:nvSpPr>
        <p:spPr>
          <a:xfrm>
            <a:off x="381000" y="32639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2" name="r3-b1"/>
          <p:cNvSpPr>
            <a:spLocks noGrp="1"/>
          </p:cNvSpPr>
          <p:nvPr/>
        </p:nvSpPr>
        <p:spPr>
          <a:xfrm>
            <a:off x="2641600" y="3276600"/>
            <a:ext cx="24511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33" name="r3-b2"/>
          <p:cNvSpPr>
            <a:spLocks noGrp="1"/>
          </p:cNvSpPr>
          <p:nvPr/>
        </p:nvSpPr>
        <p:spPr>
          <a:xfrm>
            <a:off x="2641600" y="3390900"/>
            <a:ext cx="32258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4" name="r3-v"/>
          <p:cNvSpPr>
            <a:spLocks noGrp="1"/>
          </p:cNvSpPr>
          <p:nvPr/>
        </p:nvSpPr>
        <p:spPr>
          <a:xfrm>
            <a:off x="6807200" y="32639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35" name="r3-g"/>
          <p:cNvSpPr>
            <a:spLocks noGrp="1"/>
          </p:cNvSpPr>
          <p:nvPr/>
        </p:nvSpPr>
        <p:spPr>
          <a:xfrm>
            <a:off x="8280400" y="32639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36" name="r4-n"/>
          <p:cNvSpPr>
            <a:spLocks noGrp="1"/>
          </p:cNvSpPr>
          <p:nvPr/>
        </p:nvSpPr>
        <p:spPr>
          <a:xfrm>
            <a:off x="381000" y="36322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7" name="r4-b1"/>
          <p:cNvSpPr>
            <a:spLocks noGrp="1"/>
          </p:cNvSpPr>
          <p:nvPr/>
        </p:nvSpPr>
        <p:spPr>
          <a:xfrm>
            <a:off x="2641600" y="3644900"/>
            <a:ext cx="34798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38" name="r4-b2"/>
          <p:cNvSpPr>
            <a:spLocks noGrp="1"/>
          </p:cNvSpPr>
          <p:nvPr/>
        </p:nvSpPr>
        <p:spPr>
          <a:xfrm>
            <a:off x="2641600" y="3759200"/>
            <a:ext cx="30607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9" name="r4-v"/>
          <p:cNvSpPr>
            <a:spLocks noGrp="1"/>
          </p:cNvSpPr>
          <p:nvPr/>
        </p:nvSpPr>
        <p:spPr>
          <a:xfrm>
            <a:off x="6807200" y="36322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40" name="r4-g"/>
          <p:cNvSpPr>
            <a:spLocks noGrp="1"/>
          </p:cNvSpPr>
          <p:nvPr/>
        </p:nvSpPr>
        <p:spPr>
          <a:xfrm>
            <a:off x="8280400" y="36322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41" name="r5-n"/>
          <p:cNvSpPr>
            <a:spLocks noGrp="1"/>
          </p:cNvSpPr>
          <p:nvPr/>
        </p:nvSpPr>
        <p:spPr>
          <a:xfrm>
            <a:off x="381000" y="40005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42" name="r5-b1"/>
          <p:cNvSpPr>
            <a:spLocks noGrp="1"/>
          </p:cNvSpPr>
          <p:nvPr/>
        </p:nvSpPr>
        <p:spPr>
          <a:xfrm>
            <a:off x="2641600" y="4013200"/>
            <a:ext cx="14859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43" name="r5-b2"/>
          <p:cNvSpPr>
            <a:spLocks noGrp="1"/>
          </p:cNvSpPr>
          <p:nvPr/>
        </p:nvSpPr>
        <p:spPr>
          <a:xfrm>
            <a:off x="2641600" y="4127500"/>
            <a:ext cx="27432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4" name="r5-v"/>
          <p:cNvSpPr>
            <a:spLocks noGrp="1"/>
          </p:cNvSpPr>
          <p:nvPr/>
        </p:nvSpPr>
        <p:spPr>
          <a:xfrm>
            <a:off x="6807200" y="40005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45" name="r5-g"/>
          <p:cNvSpPr>
            <a:spLocks noGrp="1"/>
          </p:cNvSpPr>
          <p:nvPr/>
        </p:nvSpPr>
        <p:spPr>
          <a:xfrm>
            <a:off x="8280400" y="40005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46" name="r6-n"/>
          <p:cNvSpPr>
            <a:spLocks noGrp="1"/>
          </p:cNvSpPr>
          <p:nvPr/>
        </p:nvSpPr>
        <p:spPr>
          <a:xfrm>
            <a:off x="381000" y="43688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47" name="r6-b1"/>
          <p:cNvSpPr>
            <a:spLocks noGrp="1"/>
          </p:cNvSpPr>
          <p:nvPr/>
        </p:nvSpPr>
        <p:spPr>
          <a:xfrm>
            <a:off x="2641600" y="4381500"/>
            <a:ext cx="23241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48" name="r6-b2"/>
          <p:cNvSpPr>
            <a:spLocks noGrp="1"/>
          </p:cNvSpPr>
          <p:nvPr/>
        </p:nvSpPr>
        <p:spPr>
          <a:xfrm>
            <a:off x="2641600" y="4495800"/>
            <a:ext cx="22606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9" name="r6-v"/>
          <p:cNvSpPr>
            <a:spLocks noGrp="1"/>
          </p:cNvSpPr>
          <p:nvPr/>
        </p:nvSpPr>
        <p:spPr>
          <a:xfrm>
            <a:off x="6807200" y="43688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50" name="r6-g"/>
          <p:cNvSpPr>
            <a:spLocks noGrp="1"/>
          </p:cNvSpPr>
          <p:nvPr/>
        </p:nvSpPr>
        <p:spPr>
          <a:xfrm>
            <a:off x="8280400" y="43688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51" name="r7-n"/>
          <p:cNvSpPr>
            <a:spLocks noGrp="1"/>
          </p:cNvSpPr>
          <p:nvPr/>
        </p:nvSpPr>
        <p:spPr>
          <a:xfrm>
            <a:off x="381000" y="47371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52" name="r7-b1"/>
          <p:cNvSpPr>
            <a:spLocks noGrp="1"/>
          </p:cNvSpPr>
          <p:nvPr/>
        </p:nvSpPr>
        <p:spPr>
          <a:xfrm>
            <a:off x="2641600" y="4749800"/>
            <a:ext cx="21336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53" name="r7-b2"/>
          <p:cNvSpPr>
            <a:spLocks noGrp="1"/>
          </p:cNvSpPr>
          <p:nvPr/>
        </p:nvSpPr>
        <p:spPr>
          <a:xfrm>
            <a:off x="2641600" y="4864100"/>
            <a:ext cx="22606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54" name="r7-v"/>
          <p:cNvSpPr>
            <a:spLocks noGrp="1"/>
          </p:cNvSpPr>
          <p:nvPr/>
        </p:nvSpPr>
        <p:spPr>
          <a:xfrm>
            <a:off x="6807200" y="47371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55" name="r7-g"/>
          <p:cNvSpPr>
            <a:spLocks noGrp="1"/>
          </p:cNvSpPr>
          <p:nvPr/>
        </p:nvSpPr>
        <p:spPr>
          <a:xfrm>
            <a:off x="8280400" y="47371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00"/>
          </a:p>
        </p:txBody>
      </p:sp>
      <p:sp>
        <p:nvSpPr>
          <p:cNvPr id="56" name="r8-n"/>
          <p:cNvSpPr>
            <a:spLocks noGrp="1"/>
          </p:cNvSpPr>
          <p:nvPr/>
        </p:nvSpPr>
        <p:spPr>
          <a:xfrm>
            <a:off x="381000" y="5105400"/>
            <a:ext cx="2159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57" name="r8-b1"/>
          <p:cNvSpPr>
            <a:spLocks noGrp="1"/>
          </p:cNvSpPr>
          <p:nvPr/>
        </p:nvSpPr>
        <p:spPr>
          <a:xfrm>
            <a:off x="2641600" y="5118100"/>
            <a:ext cx="1028700" cy="76200"/>
          </a:xfrm>
          <a:prstGeom prst="rect">
            <a:avLst/>
          </a:prstGeom>
          <a:solidFill>
            <a:srgbClr val="A9BBD4"/>
          </a:solidFill>
          <a:ln>
            <a:noFill/>
          </a:ln>
        </p:spPr>
      </p:sp>
      <p:sp>
        <p:nvSpPr>
          <p:cNvPr id="58" name="r8-b2"/>
          <p:cNvSpPr>
            <a:spLocks noGrp="1"/>
          </p:cNvSpPr>
          <p:nvPr/>
        </p:nvSpPr>
        <p:spPr>
          <a:xfrm>
            <a:off x="2641600" y="5232400"/>
            <a:ext cx="2260600" cy="76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59" name="r8-v"/>
          <p:cNvSpPr>
            <a:spLocks noGrp="1"/>
          </p:cNvSpPr>
          <p:nvPr/>
        </p:nvSpPr>
        <p:spPr>
          <a:xfrm>
            <a:off x="6807200" y="5105400"/>
            <a:ext cx="14478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</a:t>
            </a: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期内容</a:t>
            </a:r>
            <a:endParaRPr sz="900"/>
          </a:p>
        </p:txBody>
      </p:sp>
      <p:sp>
        <p:nvSpPr>
          <p:cNvPr id="60" name="r8-g"/>
          <p:cNvSpPr>
            <a:spLocks noGrp="1"/>
          </p:cNvSpPr>
          <p:nvPr/>
        </p:nvSpPr>
        <p:spPr>
          <a:xfrm>
            <a:off x="8280400" y="5105400"/>
            <a:ext cx="660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00"/>
          </a:p>
        </p:txBody>
      </p:sp>
      <p:sp>
        <p:nvSpPr>
          <p:cNvPr id="61" name="rs-div"/>
          <p:cNvSpPr>
            <a:spLocks noGrp="1"/>
          </p:cNvSpPr>
          <p:nvPr/>
        </p:nvSpPr>
        <p:spPr>
          <a:xfrm>
            <a:off x="9093200" y="2032000"/>
            <a:ext cx="12700" cy="33274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2" name="rs1-n"/>
          <p:cNvSpPr>
            <a:spLocks noGrp="1"/>
          </p:cNvSpPr>
          <p:nvPr/>
        </p:nvSpPr>
        <p:spPr>
          <a:xfrm>
            <a:off x="9347200" y="2184400"/>
            <a:ext cx="2463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endParaRPr sz="1600"/>
          </a:p>
        </p:txBody>
      </p:sp>
      <p:sp>
        <p:nvSpPr>
          <p:cNvPr id="63" name="rs1-l"/>
          <p:cNvSpPr>
            <a:spLocks noGrp="1"/>
          </p:cNvSpPr>
          <p:nvPr/>
        </p:nvSpPr>
        <p:spPr>
          <a:xfrm>
            <a:off x="9347200" y="26162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150"/>
          </a:p>
        </p:txBody>
      </p:sp>
      <p:sp>
        <p:nvSpPr>
          <p:cNvPr id="64" name="rs1-d"/>
          <p:cNvSpPr>
            <a:spLocks noGrp="1"/>
          </p:cNvSpPr>
          <p:nvPr/>
        </p:nvSpPr>
        <p:spPr>
          <a:xfrm>
            <a:off x="9347200" y="28194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  <p:sp>
        <p:nvSpPr>
          <p:cNvPr id="65" name="rs1-u"/>
          <p:cNvSpPr>
            <a:spLocks noGrp="1"/>
          </p:cNvSpPr>
          <p:nvPr/>
        </p:nvSpPr>
        <p:spPr>
          <a:xfrm>
            <a:off x="9347200" y="3302000"/>
            <a:ext cx="24638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6" name="rs2-n"/>
          <p:cNvSpPr>
            <a:spLocks noGrp="1"/>
          </p:cNvSpPr>
          <p:nvPr/>
        </p:nvSpPr>
        <p:spPr>
          <a:xfrm>
            <a:off x="9347200" y="3403600"/>
            <a:ext cx="2463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35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%</a:t>
            </a:r>
            <a:endParaRPr sz="1600"/>
          </a:p>
        </p:txBody>
      </p:sp>
      <p:sp>
        <p:nvSpPr>
          <p:cNvPr id="67" name="rs2-l"/>
          <p:cNvSpPr>
            <a:spLocks noGrp="1"/>
          </p:cNvSpPr>
          <p:nvPr/>
        </p:nvSpPr>
        <p:spPr>
          <a:xfrm>
            <a:off x="9347200" y="38354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68" name="rs2-d"/>
          <p:cNvSpPr>
            <a:spLocks noGrp="1"/>
          </p:cNvSpPr>
          <p:nvPr/>
        </p:nvSpPr>
        <p:spPr>
          <a:xfrm>
            <a:off x="9347200" y="40386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  <p:sp>
        <p:nvSpPr>
          <p:cNvPr id="69" name="rs2-u"/>
          <p:cNvSpPr>
            <a:spLocks noGrp="1"/>
          </p:cNvSpPr>
          <p:nvPr/>
        </p:nvSpPr>
        <p:spPr>
          <a:xfrm>
            <a:off x="9347200" y="4521200"/>
            <a:ext cx="24638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70" name="rs3-n"/>
          <p:cNvSpPr>
            <a:spLocks noGrp="1"/>
          </p:cNvSpPr>
          <p:nvPr/>
        </p:nvSpPr>
        <p:spPr>
          <a:xfrm>
            <a:off x="9347200" y="4622800"/>
            <a:ext cx="2463800" cy="406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6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7</a:t>
            </a:r>
            <a:r>
              <a:rPr sz="1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5</a:t>
            </a:r>
            <a:endParaRPr sz="1600"/>
          </a:p>
        </p:txBody>
      </p:sp>
      <p:sp>
        <p:nvSpPr>
          <p:cNvPr id="71" name="rs3-l"/>
          <p:cNvSpPr>
            <a:spLocks noGrp="1"/>
          </p:cNvSpPr>
          <p:nvPr/>
        </p:nvSpPr>
        <p:spPr>
          <a:xfrm>
            <a:off x="9347200" y="5054600"/>
            <a:ext cx="24638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72" name="rs3-d"/>
          <p:cNvSpPr>
            <a:spLocks noGrp="1"/>
          </p:cNvSpPr>
          <p:nvPr/>
        </p:nvSpPr>
        <p:spPr>
          <a:xfrm>
            <a:off x="9347200" y="5257800"/>
            <a:ext cx="24638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  <p:sp>
        <p:nvSpPr>
          <p:cNvPr id="73" name="rs3-u"/>
          <p:cNvSpPr>
            <a:spLocks noGrp="1"/>
          </p:cNvSpPr>
          <p:nvPr/>
        </p:nvSpPr>
        <p:spPr>
          <a:xfrm>
            <a:off x="9347200" y="5740400"/>
            <a:ext cx="24638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74" name="note"/>
          <p:cNvSpPr>
            <a:spLocks noGrp="1"/>
          </p:cNvSpPr>
          <p:nvPr/>
        </p:nvSpPr>
        <p:spPr>
          <a:xfrm>
            <a:off x="381000" y="5588000"/>
            <a:ext cx="8636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900"/>
          </a:p>
        </p:txBody>
      </p:sp>
      <p:sp>
        <p:nvSpPr>
          <p:cNvPr id="75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76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77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6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重点项目线索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10 / 38</a:t>
            </a:r>
            <a:endParaRPr sz="950"/>
          </a:p>
        </p:txBody>
      </p:sp>
      <p:pic>
        <p:nvPicPr>
          <p:cNvPr id="62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lt-title"/>
          <p:cNvSpPr>
            <a:spLocks noGrp="1"/>
          </p:cNvSpPr>
          <p:nvPr/>
        </p:nvSpPr>
        <p:spPr>
          <a:xfrm>
            <a:off x="381000" y="19050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重点项目线索</a:t>
            </a:r>
            <a:endParaRPr sz="1200"/>
          </a:p>
        </p:txBody>
      </p:sp>
      <p:sp>
        <p:nvSpPr>
          <p:cNvPr id="10" name="shape-10"/>
          <p:cNvSpPr>
            <a:spLocks noGrp="1"/>
          </p:cNvSpPr>
          <p:nvPr/>
        </p:nvSpPr>
        <p:spPr>
          <a:xfrm>
            <a:off x="381000" y="22860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11" name="shape-11"/>
          <p:cNvSpPr>
            <a:spLocks noGrp="1"/>
          </p:cNvSpPr>
          <p:nvPr/>
        </p:nvSpPr>
        <p:spPr>
          <a:xfrm>
            <a:off x="1346200" y="2311400"/>
            <a:ext cx="2286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2" name="shape-12"/>
          <p:cNvSpPr>
            <a:spLocks noGrp="1"/>
          </p:cNvSpPr>
          <p:nvPr/>
        </p:nvSpPr>
        <p:spPr>
          <a:xfrm>
            <a:off x="3683000" y="22860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13" name="shape-13"/>
          <p:cNvSpPr>
            <a:spLocks noGrp="1"/>
          </p:cNvSpPr>
          <p:nvPr/>
        </p:nvSpPr>
        <p:spPr>
          <a:xfrm>
            <a:off x="381000" y="27305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1346200" y="2755900"/>
            <a:ext cx="17018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shape-15"/>
          <p:cNvSpPr>
            <a:spLocks noGrp="1"/>
          </p:cNvSpPr>
          <p:nvPr/>
        </p:nvSpPr>
        <p:spPr>
          <a:xfrm>
            <a:off x="3098800" y="27305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381000" y="31750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17" name="shape-17"/>
          <p:cNvSpPr>
            <a:spLocks noGrp="1"/>
          </p:cNvSpPr>
          <p:nvPr/>
        </p:nvSpPr>
        <p:spPr>
          <a:xfrm>
            <a:off x="1346200" y="3200400"/>
            <a:ext cx="16129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8" name="shape-18"/>
          <p:cNvSpPr>
            <a:spLocks noGrp="1"/>
          </p:cNvSpPr>
          <p:nvPr/>
        </p:nvSpPr>
        <p:spPr>
          <a:xfrm>
            <a:off x="3009900" y="31750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19" name="shape-19"/>
          <p:cNvSpPr>
            <a:spLocks noGrp="1"/>
          </p:cNvSpPr>
          <p:nvPr/>
        </p:nvSpPr>
        <p:spPr>
          <a:xfrm>
            <a:off x="381000" y="36195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1346200" y="3644900"/>
            <a:ext cx="5334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1" name="shape-21"/>
          <p:cNvSpPr>
            <a:spLocks noGrp="1"/>
          </p:cNvSpPr>
          <p:nvPr/>
        </p:nvSpPr>
        <p:spPr>
          <a:xfrm>
            <a:off x="1930400" y="36195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22" name="shape-22"/>
          <p:cNvSpPr>
            <a:spLocks noGrp="1"/>
          </p:cNvSpPr>
          <p:nvPr/>
        </p:nvSpPr>
        <p:spPr>
          <a:xfrm>
            <a:off x="381000" y="40640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23" name="shape-23"/>
          <p:cNvSpPr>
            <a:spLocks noGrp="1"/>
          </p:cNvSpPr>
          <p:nvPr/>
        </p:nvSpPr>
        <p:spPr>
          <a:xfrm>
            <a:off x="1346200" y="4089400"/>
            <a:ext cx="381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4" name="shape-24"/>
          <p:cNvSpPr>
            <a:spLocks noGrp="1"/>
          </p:cNvSpPr>
          <p:nvPr/>
        </p:nvSpPr>
        <p:spPr>
          <a:xfrm>
            <a:off x="1778000" y="40640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25" name="shape-25"/>
          <p:cNvSpPr>
            <a:spLocks noGrp="1"/>
          </p:cNvSpPr>
          <p:nvPr/>
        </p:nvSpPr>
        <p:spPr>
          <a:xfrm>
            <a:off x="381000" y="45085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26" name="shape-26"/>
          <p:cNvSpPr>
            <a:spLocks noGrp="1"/>
          </p:cNvSpPr>
          <p:nvPr/>
        </p:nvSpPr>
        <p:spPr>
          <a:xfrm>
            <a:off x="1346200" y="4533900"/>
            <a:ext cx="2921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7" name="shape-27"/>
          <p:cNvSpPr>
            <a:spLocks noGrp="1"/>
          </p:cNvSpPr>
          <p:nvPr/>
        </p:nvSpPr>
        <p:spPr>
          <a:xfrm>
            <a:off x="1689100" y="45085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28" name="shape-28"/>
          <p:cNvSpPr>
            <a:spLocks noGrp="1"/>
          </p:cNvSpPr>
          <p:nvPr/>
        </p:nvSpPr>
        <p:spPr>
          <a:xfrm>
            <a:off x="381000" y="49530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29" name="shape-29"/>
          <p:cNvSpPr>
            <a:spLocks noGrp="1"/>
          </p:cNvSpPr>
          <p:nvPr/>
        </p:nvSpPr>
        <p:spPr>
          <a:xfrm>
            <a:off x="1346200" y="4978400"/>
            <a:ext cx="2286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0" name="shape-30"/>
          <p:cNvSpPr>
            <a:spLocks noGrp="1"/>
          </p:cNvSpPr>
          <p:nvPr/>
        </p:nvSpPr>
        <p:spPr>
          <a:xfrm>
            <a:off x="1625600" y="49530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31" name="shape-31"/>
          <p:cNvSpPr>
            <a:spLocks noGrp="1"/>
          </p:cNvSpPr>
          <p:nvPr/>
        </p:nvSpPr>
        <p:spPr>
          <a:xfrm>
            <a:off x="381000" y="5397500"/>
            <a:ext cx="9144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000"/>
          </a:p>
        </p:txBody>
      </p:sp>
      <p:sp>
        <p:nvSpPr>
          <p:cNvPr id="32" name="shape-32"/>
          <p:cNvSpPr>
            <a:spLocks noGrp="1"/>
          </p:cNvSpPr>
          <p:nvPr/>
        </p:nvSpPr>
        <p:spPr>
          <a:xfrm>
            <a:off x="1346200" y="5422900"/>
            <a:ext cx="1778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3" name="shape-33"/>
          <p:cNvSpPr>
            <a:spLocks noGrp="1"/>
          </p:cNvSpPr>
          <p:nvPr/>
        </p:nvSpPr>
        <p:spPr>
          <a:xfrm>
            <a:off x="1574800" y="5397500"/>
            <a:ext cx="38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000"/>
          </a:p>
        </p:txBody>
      </p:sp>
      <p:sp>
        <p:nvSpPr>
          <p:cNvPr id="34" name="sg-title"/>
          <p:cNvSpPr>
            <a:spLocks noGrp="1"/>
          </p:cNvSpPr>
          <p:nvPr/>
        </p:nvSpPr>
        <p:spPr>
          <a:xfrm>
            <a:off x="4572000" y="19050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重点</a:t>
            </a: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项目线索</a:t>
            </a:r>
            <a:endParaRPr sz="1600"/>
          </a:p>
        </p:txBody>
      </p:sp>
      <p:sp>
        <p:nvSpPr>
          <p:cNvPr id="35" name="sg0-num"/>
          <p:cNvSpPr>
            <a:spLocks noGrp="1"/>
          </p:cNvSpPr>
          <p:nvPr/>
        </p:nvSpPr>
        <p:spPr>
          <a:xfrm>
            <a:off x="4572000" y="2311400"/>
            <a:ext cx="330200" cy="330200"/>
          </a:xfrm>
          <a:prstGeom prst="ellipse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6" name="sg0-n"/>
          <p:cNvSpPr>
            <a:spLocks noGrp="1"/>
          </p:cNvSpPr>
          <p:nvPr/>
        </p:nvSpPr>
        <p:spPr>
          <a:xfrm>
            <a:off x="4572000" y="23114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200"/>
          </a:p>
        </p:txBody>
      </p:sp>
      <p:sp>
        <p:nvSpPr>
          <p:cNvPr id="37" name="sg0-t"/>
          <p:cNvSpPr>
            <a:spLocks noGrp="1"/>
          </p:cNvSpPr>
          <p:nvPr/>
        </p:nvSpPr>
        <p:spPr>
          <a:xfrm>
            <a:off x="5054600" y="22860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38" name="sg0-d"/>
          <p:cNvSpPr>
            <a:spLocks noGrp="1"/>
          </p:cNvSpPr>
          <p:nvPr/>
        </p:nvSpPr>
        <p:spPr>
          <a:xfrm>
            <a:off x="5054600" y="2540000"/>
            <a:ext cx="429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</a:t>
            </a:r>
            <a:r>
              <a:rPr sz="10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与结论</a:t>
            </a:r>
            <a:endParaRPr sz="1050"/>
          </a:p>
        </p:txBody>
      </p:sp>
      <p:sp>
        <p:nvSpPr>
          <p:cNvPr id="39" name="sg1-num"/>
          <p:cNvSpPr>
            <a:spLocks noGrp="1"/>
          </p:cNvSpPr>
          <p:nvPr/>
        </p:nvSpPr>
        <p:spPr>
          <a:xfrm>
            <a:off x="4572000" y="3225800"/>
            <a:ext cx="330200" cy="330200"/>
          </a:xfrm>
          <a:prstGeom prst="ellipse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0" name="sg1-n"/>
          <p:cNvSpPr>
            <a:spLocks noGrp="1"/>
          </p:cNvSpPr>
          <p:nvPr/>
        </p:nvSpPr>
        <p:spPr>
          <a:xfrm>
            <a:off x="4572000" y="32258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200"/>
          </a:p>
        </p:txBody>
      </p:sp>
      <p:sp>
        <p:nvSpPr>
          <p:cNvPr id="41" name="sg1-t"/>
          <p:cNvSpPr>
            <a:spLocks noGrp="1"/>
          </p:cNvSpPr>
          <p:nvPr/>
        </p:nvSpPr>
        <p:spPr>
          <a:xfrm>
            <a:off x="5054600" y="32004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42" name="sg1-d"/>
          <p:cNvSpPr>
            <a:spLocks noGrp="1"/>
          </p:cNvSpPr>
          <p:nvPr/>
        </p:nvSpPr>
        <p:spPr>
          <a:xfrm>
            <a:off x="5054600" y="3454400"/>
            <a:ext cx="429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</a:t>
            </a:r>
            <a:r>
              <a:rPr sz="10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与结论</a:t>
            </a:r>
            <a:endParaRPr sz="1050"/>
          </a:p>
        </p:txBody>
      </p:sp>
      <p:sp>
        <p:nvSpPr>
          <p:cNvPr id="43" name="sg2-num"/>
          <p:cNvSpPr>
            <a:spLocks noGrp="1"/>
          </p:cNvSpPr>
          <p:nvPr/>
        </p:nvSpPr>
        <p:spPr>
          <a:xfrm>
            <a:off x="4572000" y="4140200"/>
            <a:ext cx="330200" cy="330200"/>
          </a:xfrm>
          <a:prstGeom prst="ellipse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4" name="sg2-n"/>
          <p:cNvSpPr>
            <a:spLocks noGrp="1"/>
          </p:cNvSpPr>
          <p:nvPr/>
        </p:nvSpPr>
        <p:spPr>
          <a:xfrm>
            <a:off x="4572000" y="41402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200"/>
          </a:p>
        </p:txBody>
      </p:sp>
      <p:sp>
        <p:nvSpPr>
          <p:cNvPr id="45" name="sg2-t"/>
          <p:cNvSpPr>
            <a:spLocks noGrp="1"/>
          </p:cNvSpPr>
          <p:nvPr/>
        </p:nvSpPr>
        <p:spPr>
          <a:xfrm>
            <a:off x="5054600" y="41148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46" name="sg2-d"/>
          <p:cNvSpPr>
            <a:spLocks noGrp="1"/>
          </p:cNvSpPr>
          <p:nvPr/>
        </p:nvSpPr>
        <p:spPr>
          <a:xfrm>
            <a:off x="5054600" y="4368800"/>
            <a:ext cx="429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</a:t>
            </a:r>
            <a:r>
              <a:rPr sz="10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填写</a:t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已核对</a:t>
            </a:r>
            <a:r>
              <a:rPr sz="10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的项</a:t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目事实与结论</a:t>
            </a:r>
            <a:endParaRPr sz="1050"/>
          </a:p>
        </p:txBody>
      </p:sp>
      <p:sp>
        <p:nvSpPr>
          <p:cNvPr id="47" name="sg3-num"/>
          <p:cNvSpPr>
            <a:spLocks noGrp="1"/>
          </p:cNvSpPr>
          <p:nvPr/>
        </p:nvSpPr>
        <p:spPr>
          <a:xfrm>
            <a:off x="4572000" y="5054600"/>
            <a:ext cx="330200" cy="330200"/>
          </a:xfrm>
          <a:prstGeom prst="ellipse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8" name="sg3-n"/>
          <p:cNvSpPr>
            <a:spLocks noGrp="1"/>
          </p:cNvSpPr>
          <p:nvPr/>
        </p:nvSpPr>
        <p:spPr>
          <a:xfrm>
            <a:off x="4572000" y="5054600"/>
            <a:ext cx="3302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200"/>
          </a:p>
        </p:txBody>
      </p:sp>
      <p:sp>
        <p:nvSpPr>
          <p:cNvPr id="49" name="sg3-t"/>
          <p:cNvSpPr>
            <a:spLocks noGrp="1"/>
          </p:cNvSpPr>
          <p:nvPr/>
        </p:nvSpPr>
        <p:spPr>
          <a:xfrm>
            <a:off x="5054600" y="5029200"/>
            <a:ext cx="4292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50" name="sg3-d"/>
          <p:cNvSpPr>
            <a:spLocks noGrp="1"/>
          </p:cNvSpPr>
          <p:nvPr/>
        </p:nvSpPr>
        <p:spPr>
          <a:xfrm>
            <a:off x="5054600" y="5283200"/>
            <a:ext cx="4292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</a:t>
            </a:r>
            <a:r>
              <a:rPr sz="10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目事实与结论</a:t>
            </a:r>
            <a:endParaRPr sz="1050"/>
          </a:p>
        </p:txBody>
      </p:sp>
      <p:sp>
        <p:nvSpPr>
          <p:cNvPr id="51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52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53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项目案例一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11 / 38</a:t>
            </a:r>
            <a:endParaRPr sz="950"/>
          </a:p>
        </p:txBody>
      </p:sp>
      <p:pic>
        <p:nvPicPr>
          <p:cNvPr id="34" name="ph0"/>
          <p:cNvPicPr>
            <a:picLocks noChangeAspect="1"/>
          </p:cNvPicPr>
          <p:nvPr/>
        </p:nvPicPr>
        <p:blipFill>
          <a:blip r:embed="rId2"/>
          <a:srcRect t="143" b="143"/>
          <a:stretch>
            <a:fillRect/>
          </a:stretch>
        </p:blipFill>
        <p:spPr>
          <a:xfrm>
            <a:off x="3810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pic>
        <p:nvPicPr>
          <p:cNvPr id="37" name="ph1"/>
          <p:cNvPicPr>
            <a:picLocks noChangeAspect="1"/>
          </p:cNvPicPr>
          <p:nvPr/>
        </p:nvPicPr>
        <p:blipFill>
          <a:blip r:embed="rId3"/>
          <a:srcRect t="143" b="143"/>
          <a:stretch>
            <a:fillRect/>
          </a:stretch>
        </p:blipFill>
        <p:spPr>
          <a:xfrm>
            <a:off x="60706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60706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62230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sp>
        <p:nvSpPr>
          <p:cNvPr id="14" name="bl0-bar"/>
          <p:cNvSpPr>
            <a:spLocks noGrp="1"/>
          </p:cNvSpPr>
          <p:nvPr/>
        </p:nvSpPr>
        <p:spPr>
          <a:xfrm>
            <a:off x="3810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bl0-t"/>
          <p:cNvSpPr>
            <a:spLocks noGrp="1"/>
          </p:cNvSpPr>
          <p:nvPr/>
        </p:nvSpPr>
        <p:spPr>
          <a:xfrm>
            <a:off x="5588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6" name="bl0-d"/>
          <p:cNvSpPr>
            <a:spLocks noGrp="1"/>
          </p:cNvSpPr>
          <p:nvPr/>
        </p:nvSpPr>
        <p:spPr>
          <a:xfrm>
            <a:off x="5588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7" name="bl1-bar"/>
          <p:cNvSpPr>
            <a:spLocks noGrp="1"/>
          </p:cNvSpPr>
          <p:nvPr/>
        </p:nvSpPr>
        <p:spPr>
          <a:xfrm>
            <a:off x="42672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1-t"/>
          <p:cNvSpPr>
            <a:spLocks noGrp="1"/>
          </p:cNvSpPr>
          <p:nvPr/>
        </p:nvSpPr>
        <p:spPr>
          <a:xfrm>
            <a:off x="44450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1-d"/>
          <p:cNvSpPr>
            <a:spLocks noGrp="1"/>
          </p:cNvSpPr>
          <p:nvPr/>
        </p:nvSpPr>
        <p:spPr>
          <a:xfrm>
            <a:off x="44450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0" name="bl2-bar"/>
          <p:cNvSpPr>
            <a:spLocks noGrp="1"/>
          </p:cNvSpPr>
          <p:nvPr/>
        </p:nvSpPr>
        <p:spPr>
          <a:xfrm>
            <a:off x="81534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2-t"/>
          <p:cNvSpPr>
            <a:spLocks noGrp="1"/>
          </p:cNvSpPr>
          <p:nvPr/>
        </p:nvSpPr>
        <p:spPr>
          <a:xfrm>
            <a:off x="83312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2-d"/>
          <p:cNvSpPr>
            <a:spLocks noGrp="1"/>
          </p:cNvSpPr>
          <p:nvPr/>
        </p:nvSpPr>
        <p:spPr>
          <a:xfrm>
            <a:off x="83312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3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项目案例二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12 / 38</a:t>
            </a:r>
            <a:endParaRPr sz="950"/>
          </a:p>
        </p:txBody>
      </p:sp>
      <p:pic>
        <p:nvPicPr>
          <p:cNvPr id="34" name="ph0"/>
          <p:cNvPicPr>
            <a:picLocks noChangeAspect="1"/>
          </p:cNvPicPr>
          <p:nvPr/>
        </p:nvPicPr>
        <p:blipFill>
          <a:blip r:embed="rId2"/>
          <a:srcRect t="156" b="156"/>
          <a:stretch>
            <a:fillRect/>
          </a:stretch>
        </p:blipFill>
        <p:spPr>
          <a:xfrm>
            <a:off x="3810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pic>
        <p:nvPicPr>
          <p:cNvPr id="37" name="ph1"/>
          <p:cNvPicPr>
            <a:picLocks noChangeAspect="1"/>
          </p:cNvPicPr>
          <p:nvPr/>
        </p:nvPicPr>
        <p:blipFill>
          <a:blip r:embed="rId3"/>
          <a:srcRect t="143" b="143"/>
          <a:stretch>
            <a:fillRect/>
          </a:stretch>
        </p:blipFill>
        <p:spPr>
          <a:xfrm>
            <a:off x="60706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60706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62230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sp>
        <p:nvSpPr>
          <p:cNvPr id="14" name="bl0-bar"/>
          <p:cNvSpPr>
            <a:spLocks noGrp="1"/>
          </p:cNvSpPr>
          <p:nvPr/>
        </p:nvSpPr>
        <p:spPr>
          <a:xfrm>
            <a:off x="3810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bl0-t"/>
          <p:cNvSpPr>
            <a:spLocks noGrp="1"/>
          </p:cNvSpPr>
          <p:nvPr/>
        </p:nvSpPr>
        <p:spPr>
          <a:xfrm>
            <a:off x="5588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6" name="bl0-d"/>
          <p:cNvSpPr>
            <a:spLocks noGrp="1"/>
          </p:cNvSpPr>
          <p:nvPr/>
        </p:nvSpPr>
        <p:spPr>
          <a:xfrm>
            <a:off x="5588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7" name="bl1-bar"/>
          <p:cNvSpPr>
            <a:spLocks noGrp="1"/>
          </p:cNvSpPr>
          <p:nvPr/>
        </p:nvSpPr>
        <p:spPr>
          <a:xfrm>
            <a:off x="42672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1-t"/>
          <p:cNvSpPr>
            <a:spLocks noGrp="1"/>
          </p:cNvSpPr>
          <p:nvPr/>
        </p:nvSpPr>
        <p:spPr>
          <a:xfrm>
            <a:off x="44450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1-d"/>
          <p:cNvSpPr>
            <a:spLocks noGrp="1"/>
          </p:cNvSpPr>
          <p:nvPr/>
        </p:nvSpPr>
        <p:spPr>
          <a:xfrm>
            <a:off x="44450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0" name="bl2-bar"/>
          <p:cNvSpPr>
            <a:spLocks noGrp="1"/>
          </p:cNvSpPr>
          <p:nvPr/>
        </p:nvSpPr>
        <p:spPr>
          <a:xfrm>
            <a:off x="81534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2-t"/>
          <p:cNvSpPr>
            <a:spLocks noGrp="1"/>
          </p:cNvSpPr>
          <p:nvPr/>
        </p:nvSpPr>
        <p:spPr>
          <a:xfrm>
            <a:off x="83312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2-d"/>
          <p:cNvSpPr>
            <a:spLocks noGrp="1"/>
          </p:cNvSpPr>
          <p:nvPr/>
        </p:nvSpPr>
        <p:spPr>
          <a:xfrm>
            <a:off x="83312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3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项目案例三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13 / 38</a:t>
            </a:r>
            <a:endParaRPr sz="950"/>
          </a:p>
        </p:txBody>
      </p:sp>
      <p:pic>
        <p:nvPicPr>
          <p:cNvPr id="38" name="ph0"/>
          <p:cNvPicPr>
            <a:picLocks noChangeAspect="1"/>
          </p:cNvPicPr>
          <p:nvPr/>
        </p:nvPicPr>
        <p:blipFill>
          <a:blip r:embed="rId2"/>
          <a:srcRect l="12595" r="12595"/>
          <a:stretch>
            <a:fillRect/>
          </a:stretch>
        </p:blipFill>
        <p:spPr>
          <a:xfrm>
            <a:off x="3810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pic>
        <p:nvPicPr>
          <p:cNvPr id="41" name="ph1"/>
          <p:cNvPicPr>
            <a:picLocks noChangeAspect="1"/>
          </p:cNvPicPr>
          <p:nvPr/>
        </p:nvPicPr>
        <p:blipFill>
          <a:blip r:embed="rId3"/>
          <a:srcRect l="12586" r="12586"/>
          <a:stretch>
            <a:fillRect/>
          </a:stretch>
        </p:blipFill>
        <p:spPr>
          <a:xfrm>
            <a:off x="42164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42164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43688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pic>
        <p:nvPicPr>
          <p:cNvPr id="44" name="ph2"/>
          <p:cNvPicPr>
            <a:picLocks noChangeAspect="1"/>
          </p:cNvPicPr>
          <p:nvPr/>
        </p:nvPicPr>
        <p:blipFill>
          <a:blip r:embed="rId4"/>
          <a:srcRect l="12595" r="12595"/>
          <a:stretch>
            <a:fillRect/>
          </a:stretch>
        </p:blipFill>
        <p:spPr>
          <a:xfrm>
            <a:off x="80518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5" name="ph2-cap"/>
          <p:cNvSpPr>
            <a:spLocks noGrp="1"/>
          </p:cNvSpPr>
          <p:nvPr/>
        </p:nvSpPr>
        <p:spPr>
          <a:xfrm>
            <a:off x="80518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6" name="ph2-capt"/>
          <p:cNvSpPr>
            <a:spLocks noGrp="1"/>
          </p:cNvSpPr>
          <p:nvPr/>
        </p:nvSpPr>
        <p:spPr>
          <a:xfrm>
            <a:off x="82042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sp>
        <p:nvSpPr>
          <p:cNvPr id="17" name="bl0-bar"/>
          <p:cNvSpPr>
            <a:spLocks noGrp="1"/>
          </p:cNvSpPr>
          <p:nvPr/>
        </p:nvSpPr>
        <p:spPr>
          <a:xfrm>
            <a:off x="3810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0-t"/>
          <p:cNvSpPr>
            <a:spLocks noGrp="1"/>
          </p:cNvSpPr>
          <p:nvPr/>
        </p:nvSpPr>
        <p:spPr>
          <a:xfrm>
            <a:off x="5588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0-d"/>
          <p:cNvSpPr>
            <a:spLocks noGrp="1"/>
          </p:cNvSpPr>
          <p:nvPr/>
        </p:nvSpPr>
        <p:spPr>
          <a:xfrm>
            <a:off x="5588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0" name="bl1-bar"/>
          <p:cNvSpPr>
            <a:spLocks noGrp="1"/>
          </p:cNvSpPr>
          <p:nvPr/>
        </p:nvSpPr>
        <p:spPr>
          <a:xfrm>
            <a:off x="42164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1-t"/>
          <p:cNvSpPr>
            <a:spLocks noGrp="1"/>
          </p:cNvSpPr>
          <p:nvPr/>
        </p:nvSpPr>
        <p:spPr>
          <a:xfrm>
            <a:off x="43942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1-d"/>
          <p:cNvSpPr>
            <a:spLocks noGrp="1"/>
          </p:cNvSpPr>
          <p:nvPr/>
        </p:nvSpPr>
        <p:spPr>
          <a:xfrm>
            <a:off x="43942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3" name="bl2-bar"/>
          <p:cNvSpPr>
            <a:spLocks noGrp="1"/>
          </p:cNvSpPr>
          <p:nvPr/>
        </p:nvSpPr>
        <p:spPr>
          <a:xfrm>
            <a:off x="80518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bl2-t"/>
          <p:cNvSpPr>
            <a:spLocks noGrp="1"/>
          </p:cNvSpPr>
          <p:nvPr/>
        </p:nvSpPr>
        <p:spPr>
          <a:xfrm>
            <a:off x="82296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5" name="bl2-d"/>
          <p:cNvSpPr>
            <a:spLocks noGrp="1"/>
          </p:cNvSpPr>
          <p:nvPr/>
        </p:nvSpPr>
        <p:spPr>
          <a:xfrm>
            <a:off x="82296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项目案例四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14 / 38</a:t>
            </a:r>
            <a:endParaRPr sz="950"/>
          </a:p>
        </p:txBody>
      </p:sp>
      <p:pic>
        <p:nvPicPr>
          <p:cNvPr id="38" name="ph0"/>
          <p:cNvPicPr>
            <a:picLocks noChangeAspect="1"/>
          </p:cNvPicPr>
          <p:nvPr/>
        </p:nvPicPr>
        <p:blipFill>
          <a:blip r:embed="rId2"/>
          <a:srcRect l="12586" r="12586"/>
          <a:stretch>
            <a:fillRect/>
          </a:stretch>
        </p:blipFill>
        <p:spPr>
          <a:xfrm>
            <a:off x="3810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pic>
        <p:nvPicPr>
          <p:cNvPr id="41" name="ph1"/>
          <p:cNvPicPr>
            <a:picLocks noChangeAspect="1"/>
          </p:cNvPicPr>
          <p:nvPr/>
        </p:nvPicPr>
        <p:blipFill>
          <a:blip r:embed="rId3"/>
          <a:srcRect l="12595" r="12595"/>
          <a:stretch>
            <a:fillRect/>
          </a:stretch>
        </p:blipFill>
        <p:spPr>
          <a:xfrm>
            <a:off x="42164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42164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43688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pic>
        <p:nvPicPr>
          <p:cNvPr id="44" name="ph2"/>
          <p:cNvPicPr>
            <a:picLocks noChangeAspect="1"/>
          </p:cNvPicPr>
          <p:nvPr/>
        </p:nvPicPr>
        <p:blipFill>
          <a:blip r:embed="rId4"/>
          <a:srcRect l="12595" r="12595"/>
          <a:stretch>
            <a:fillRect/>
          </a:stretch>
        </p:blipFill>
        <p:spPr>
          <a:xfrm>
            <a:off x="80518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5" name="ph2-cap"/>
          <p:cNvSpPr>
            <a:spLocks noGrp="1"/>
          </p:cNvSpPr>
          <p:nvPr/>
        </p:nvSpPr>
        <p:spPr>
          <a:xfrm>
            <a:off x="80518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6" name="ph2-capt"/>
          <p:cNvSpPr>
            <a:spLocks noGrp="1"/>
          </p:cNvSpPr>
          <p:nvPr/>
        </p:nvSpPr>
        <p:spPr>
          <a:xfrm>
            <a:off x="82042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sp>
        <p:nvSpPr>
          <p:cNvPr id="17" name="bl0-bar"/>
          <p:cNvSpPr>
            <a:spLocks noGrp="1"/>
          </p:cNvSpPr>
          <p:nvPr/>
        </p:nvSpPr>
        <p:spPr>
          <a:xfrm>
            <a:off x="3810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0-t"/>
          <p:cNvSpPr>
            <a:spLocks noGrp="1"/>
          </p:cNvSpPr>
          <p:nvPr/>
        </p:nvSpPr>
        <p:spPr>
          <a:xfrm>
            <a:off x="5588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0-d"/>
          <p:cNvSpPr>
            <a:spLocks noGrp="1"/>
          </p:cNvSpPr>
          <p:nvPr/>
        </p:nvSpPr>
        <p:spPr>
          <a:xfrm>
            <a:off x="5588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0" name="bl1-bar"/>
          <p:cNvSpPr>
            <a:spLocks noGrp="1"/>
          </p:cNvSpPr>
          <p:nvPr/>
        </p:nvSpPr>
        <p:spPr>
          <a:xfrm>
            <a:off x="42164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1-t"/>
          <p:cNvSpPr>
            <a:spLocks noGrp="1"/>
          </p:cNvSpPr>
          <p:nvPr/>
        </p:nvSpPr>
        <p:spPr>
          <a:xfrm>
            <a:off x="43942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1-d"/>
          <p:cNvSpPr>
            <a:spLocks noGrp="1"/>
          </p:cNvSpPr>
          <p:nvPr/>
        </p:nvSpPr>
        <p:spPr>
          <a:xfrm>
            <a:off x="43942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3" name="bl2-bar"/>
          <p:cNvSpPr>
            <a:spLocks noGrp="1"/>
          </p:cNvSpPr>
          <p:nvPr/>
        </p:nvSpPr>
        <p:spPr>
          <a:xfrm>
            <a:off x="80518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bl2-t"/>
          <p:cNvSpPr>
            <a:spLocks noGrp="1"/>
          </p:cNvSpPr>
          <p:nvPr/>
        </p:nvSpPr>
        <p:spPr>
          <a:xfrm>
            <a:off x="82296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5" name="bl2-d"/>
          <p:cNvSpPr>
            <a:spLocks noGrp="1"/>
          </p:cNvSpPr>
          <p:nvPr/>
        </p:nvSpPr>
        <p:spPr>
          <a:xfrm>
            <a:off x="82296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8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项目案例五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15 / 38</a:t>
            </a:r>
            <a:endParaRPr sz="950"/>
          </a:p>
        </p:txBody>
      </p:sp>
      <p:pic>
        <p:nvPicPr>
          <p:cNvPr id="34" name="ph0"/>
          <p:cNvPicPr>
            <a:picLocks noChangeAspect="1"/>
          </p:cNvPicPr>
          <p:nvPr/>
        </p:nvPicPr>
        <p:blipFill>
          <a:blip r:embed="rId2"/>
          <a:srcRect t="156" b="156"/>
          <a:stretch>
            <a:fillRect/>
          </a:stretch>
        </p:blipFill>
        <p:spPr>
          <a:xfrm>
            <a:off x="3810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pic>
        <p:nvPicPr>
          <p:cNvPr id="37" name="ph1"/>
          <p:cNvPicPr>
            <a:picLocks noChangeAspect="1"/>
          </p:cNvPicPr>
          <p:nvPr/>
        </p:nvPicPr>
        <p:blipFill>
          <a:blip r:embed="rId3"/>
          <a:srcRect t="143" b="143"/>
          <a:stretch>
            <a:fillRect/>
          </a:stretch>
        </p:blipFill>
        <p:spPr>
          <a:xfrm>
            <a:off x="6070600" y="1905000"/>
            <a:ext cx="5435600" cy="30480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6070600" y="5003800"/>
            <a:ext cx="54356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6223000" y="5003800"/>
            <a:ext cx="5283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1050"/>
          </a:p>
        </p:txBody>
      </p:sp>
      <p:sp>
        <p:nvSpPr>
          <p:cNvPr id="14" name="bl0-bar"/>
          <p:cNvSpPr>
            <a:spLocks noGrp="1"/>
          </p:cNvSpPr>
          <p:nvPr/>
        </p:nvSpPr>
        <p:spPr>
          <a:xfrm>
            <a:off x="3810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bl0-t"/>
          <p:cNvSpPr>
            <a:spLocks noGrp="1"/>
          </p:cNvSpPr>
          <p:nvPr/>
        </p:nvSpPr>
        <p:spPr>
          <a:xfrm>
            <a:off x="5588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6" name="bl0-d"/>
          <p:cNvSpPr>
            <a:spLocks noGrp="1"/>
          </p:cNvSpPr>
          <p:nvPr/>
        </p:nvSpPr>
        <p:spPr>
          <a:xfrm>
            <a:off x="5588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7" name="bl1-bar"/>
          <p:cNvSpPr>
            <a:spLocks noGrp="1"/>
          </p:cNvSpPr>
          <p:nvPr/>
        </p:nvSpPr>
        <p:spPr>
          <a:xfrm>
            <a:off x="42672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1-t"/>
          <p:cNvSpPr>
            <a:spLocks noGrp="1"/>
          </p:cNvSpPr>
          <p:nvPr/>
        </p:nvSpPr>
        <p:spPr>
          <a:xfrm>
            <a:off x="44450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1-d"/>
          <p:cNvSpPr>
            <a:spLocks noGrp="1"/>
          </p:cNvSpPr>
          <p:nvPr/>
        </p:nvSpPr>
        <p:spPr>
          <a:xfrm>
            <a:off x="44450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0" name="bl2-bar"/>
          <p:cNvSpPr>
            <a:spLocks noGrp="1"/>
          </p:cNvSpPr>
          <p:nvPr/>
        </p:nvSpPr>
        <p:spPr>
          <a:xfrm>
            <a:off x="8153400" y="5410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2-t"/>
          <p:cNvSpPr>
            <a:spLocks noGrp="1"/>
          </p:cNvSpPr>
          <p:nvPr/>
        </p:nvSpPr>
        <p:spPr>
          <a:xfrm>
            <a:off x="8331200" y="5410200"/>
            <a:ext cx="34544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2-d"/>
          <p:cNvSpPr>
            <a:spLocks noGrp="1"/>
          </p:cNvSpPr>
          <p:nvPr/>
        </p:nvSpPr>
        <p:spPr>
          <a:xfrm>
            <a:off x="8331200" y="5651500"/>
            <a:ext cx="3454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3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1143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项目案例六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16 / 38</a:t>
            </a:r>
            <a:endParaRPr sz="950"/>
          </a:p>
        </p:txBody>
      </p:sp>
      <p:pic>
        <p:nvPicPr>
          <p:cNvPr id="39" name="ph0"/>
          <p:cNvPicPr>
            <a:picLocks noChangeAspect="1"/>
          </p:cNvPicPr>
          <p:nvPr/>
        </p:nvPicPr>
        <p:blipFill>
          <a:blip r:embed="rId2"/>
          <a:srcRect l="12586" r="12586"/>
          <a:stretch>
            <a:fillRect/>
          </a:stretch>
        </p:blipFill>
        <p:spPr>
          <a:xfrm>
            <a:off x="3810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9" name="ph0-cap"/>
          <p:cNvSpPr>
            <a:spLocks noGrp="1"/>
          </p:cNvSpPr>
          <p:nvPr/>
        </p:nvSpPr>
        <p:spPr>
          <a:xfrm>
            <a:off x="3810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0" name="ph0-capt"/>
          <p:cNvSpPr>
            <a:spLocks noGrp="1"/>
          </p:cNvSpPr>
          <p:nvPr/>
        </p:nvSpPr>
        <p:spPr>
          <a:xfrm>
            <a:off x="5334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pic>
        <p:nvPicPr>
          <p:cNvPr id="42" name="ph1"/>
          <p:cNvPicPr>
            <a:picLocks noChangeAspect="1"/>
          </p:cNvPicPr>
          <p:nvPr/>
        </p:nvPicPr>
        <p:blipFill>
          <a:blip r:embed="rId3"/>
          <a:srcRect l="12595" r="12595"/>
          <a:stretch>
            <a:fillRect/>
          </a:stretch>
        </p:blipFill>
        <p:spPr>
          <a:xfrm>
            <a:off x="42164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2" name="ph1-cap"/>
          <p:cNvSpPr>
            <a:spLocks noGrp="1"/>
          </p:cNvSpPr>
          <p:nvPr/>
        </p:nvSpPr>
        <p:spPr>
          <a:xfrm>
            <a:off x="42164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ph1-capt"/>
          <p:cNvSpPr>
            <a:spLocks noGrp="1"/>
          </p:cNvSpPr>
          <p:nvPr/>
        </p:nvSpPr>
        <p:spPr>
          <a:xfrm>
            <a:off x="43688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pic>
        <p:nvPicPr>
          <p:cNvPr id="45" name="ph2"/>
          <p:cNvPicPr>
            <a:picLocks noChangeAspect="1"/>
          </p:cNvPicPr>
          <p:nvPr/>
        </p:nvPicPr>
        <p:blipFill>
          <a:blip r:embed="rId4"/>
          <a:srcRect l="12595" r="12595"/>
          <a:stretch>
            <a:fillRect/>
          </a:stretch>
        </p:blipFill>
        <p:spPr>
          <a:xfrm>
            <a:off x="8051800" y="1905000"/>
            <a:ext cx="3683000" cy="2768600"/>
          </a:xfrm>
          <a:prstGeom prst="rect">
            <a:avLst/>
          </a:prstGeom>
          <a:ln>
            <a:noFill/>
          </a:ln>
        </p:spPr>
      </p:pic>
      <p:sp>
        <p:nvSpPr>
          <p:cNvPr id="15" name="ph2-cap"/>
          <p:cNvSpPr>
            <a:spLocks noGrp="1"/>
          </p:cNvSpPr>
          <p:nvPr/>
        </p:nvSpPr>
        <p:spPr>
          <a:xfrm>
            <a:off x="8051800" y="4749800"/>
            <a:ext cx="3683000" cy="254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6" name="ph2-capt"/>
          <p:cNvSpPr>
            <a:spLocks noGrp="1"/>
          </p:cNvSpPr>
          <p:nvPr/>
        </p:nvSpPr>
        <p:spPr>
          <a:xfrm>
            <a:off x="8204200" y="4749800"/>
            <a:ext cx="3530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</a:t>
            </a: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例图片</a:t>
            </a:r>
            <a:endParaRPr sz="1050"/>
          </a:p>
        </p:txBody>
      </p:sp>
      <p:sp>
        <p:nvSpPr>
          <p:cNvPr id="17" name="bl0-bar"/>
          <p:cNvSpPr>
            <a:spLocks noGrp="1"/>
          </p:cNvSpPr>
          <p:nvPr/>
        </p:nvSpPr>
        <p:spPr>
          <a:xfrm>
            <a:off x="3810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bl0-t"/>
          <p:cNvSpPr>
            <a:spLocks noGrp="1"/>
          </p:cNvSpPr>
          <p:nvPr/>
        </p:nvSpPr>
        <p:spPr>
          <a:xfrm>
            <a:off x="5588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bl0-d"/>
          <p:cNvSpPr>
            <a:spLocks noGrp="1"/>
          </p:cNvSpPr>
          <p:nvPr/>
        </p:nvSpPr>
        <p:spPr>
          <a:xfrm>
            <a:off x="5588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0" name="bl1-bar"/>
          <p:cNvSpPr>
            <a:spLocks noGrp="1"/>
          </p:cNvSpPr>
          <p:nvPr/>
        </p:nvSpPr>
        <p:spPr>
          <a:xfrm>
            <a:off x="42164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bl1-t"/>
          <p:cNvSpPr>
            <a:spLocks noGrp="1"/>
          </p:cNvSpPr>
          <p:nvPr/>
        </p:nvSpPr>
        <p:spPr>
          <a:xfrm>
            <a:off x="43942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bl1-d"/>
          <p:cNvSpPr>
            <a:spLocks noGrp="1"/>
          </p:cNvSpPr>
          <p:nvPr/>
        </p:nvSpPr>
        <p:spPr>
          <a:xfrm>
            <a:off x="43942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3" name="bl2-bar"/>
          <p:cNvSpPr>
            <a:spLocks noGrp="1"/>
          </p:cNvSpPr>
          <p:nvPr/>
        </p:nvSpPr>
        <p:spPr>
          <a:xfrm>
            <a:off x="8051800" y="5156200"/>
            <a:ext cx="50800" cy="431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bl2-t"/>
          <p:cNvSpPr>
            <a:spLocks noGrp="1"/>
          </p:cNvSpPr>
          <p:nvPr/>
        </p:nvSpPr>
        <p:spPr>
          <a:xfrm>
            <a:off x="8229600" y="5156200"/>
            <a:ext cx="3505200" cy="215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5" name="bl2-d"/>
          <p:cNvSpPr>
            <a:spLocks noGrp="1"/>
          </p:cNvSpPr>
          <p:nvPr/>
        </p:nvSpPr>
        <p:spPr>
          <a:xfrm>
            <a:off x="8229600" y="5422900"/>
            <a:ext cx="3505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28" name="next-hint"/>
          <p:cNvSpPr>
            <a:spLocks noGrp="1"/>
          </p:cNvSpPr>
          <p:nvPr/>
        </p:nvSpPr>
        <p:spPr>
          <a:xfrm>
            <a:off x="4826000" y="6426200"/>
            <a:ext cx="4521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4" name="bldg"/>
          <p:cNvPicPr>
            <a:picLocks noChangeAspect="1"/>
          </p:cNvPicPr>
          <p:nvPr/>
        </p:nvPicPr>
        <p:blipFill>
          <a:blip r:embed="rId1"/>
          <a:srcRect t="15906" b="15906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  <a:ln>
            <a:noFill/>
          </a:ln>
        </p:spPr>
      </p:pic>
      <p:sp>
        <p:nvSpPr>
          <p:cNvPr id="3" name="ghost"/>
          <p:cNvSpPr>
            <a:spLocks noGrp="1"/>
          </p:cNvSpPr>
          <p:nvPr/>
        </p:nvSpPr>
        <p:spPr>
          <a:xfrm>
            <a:off x="9956800" y="431800"/>
            <a:ext cx="2159000" cy="177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800" b="1">
                <a:solidFill>
                  <a:srgbClr val="2A3E63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endParaRPr sz="8800"/>
          </a:p>
        </p:txBody>
      </p:sp>
      <p:sp>
        <p:nvSpPr>
          <p:cNvPr id="4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FFFFFF">
                    <a:alpha val="5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17 / 38</a:t>
            </a:r>
            <a:endParaRPr sz="950"/>
          </a:p>
        </p:txBody>
      </p:sp>
      <p:sp>
        <p:nvSpPr>
          <p:cNvPr id="5" name="part-tag"/>
          <p:cNvSpPr>
            <a:spLocks noGrp="1"/>
          </p:cNvSpPr>
          <p:nvPr/>
        </p:nvSpPr>
        <p:spPr>
          <a:xfrm>
            <a:off x="762000" y="15240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 spc="3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200"/>
          </a:p>
        </p:txBody>
      </p:sp>
      <p:sp>
        <p:nvSpPr>
          <p:cNvPr id="6" name="big-t"/>
          <p:cNvSpPr>
            <a:spLocks noGrp="1"/>
          </p:cNvSpPr>
          <p:nvPr/>
        </p:nvSpPr>
        <p:spPr>
          <a:xfrm>
            <a:off x="762000" y="1930400"/>
            <a:ext cx="81280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3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3000"/>
          </a:p>
          <a:p>
            <a:pPr algn="l">
              <a:lnSpc>
                <a:spcPct val="140000"/>
              </a:lnSpc>
              <a:buNone/>
            </a:pPr>
            <a:r>
              <a:rPr sz="3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3000"/>
          </a:p>
        </p:txBody>
      </p:sp>
      <p:sp>
        <p:nvSpPr>
          <p:cNvPr id="7" name="dash"/>
          <p:cNvSpPr>
            <a:spLocks noGrp="1"/>
          </p:cNvSpPr>
          <p:nvPr/>
        </p:nvSpPr>
        <p:spPr>
          <a:xfrm>
            <a:off x="762000" y="3276600"/>
            <a:ext cx="5842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8" name="q"/>
          <p:cNvSpPr>
            <a:spLocks noGrp="1"/>
          </p:cNvSpPr>
          <p:nvPr/>
        </p:nvSpPr>
        <p:spPr>
          <a:xfrm>
            <a:off x="762000" y="3683000"/>
            <a:ext cx="7874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70000"/>
              </a:lnSpc>
              <a:buNone/>
            </a:pPr>
            <a:r>
              <a:rPr sz="1400">
                <a:solidFill>
                  <a:srgbClr val="FFFFFF">
                    <a:alpha val="8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400"/>
          </a:p>
          <a:p>
            <a:pPr algn="l">
              <a:lnSpc>
                <a:spcPct val="170000"/>
              </a:lnSpc>
              <a:buNone/>
            </a:pPr>
            <a:r>
              <a:rPr sz="1400">
                <a:solidFill>
                  <a:srgbClr val="FFFFFF">
                    <a:alpha val="8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</a:t>
            </a:r>
            <a:r>
              <a:rPr sz="1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写已核对的项目事实与结论</a:t>
            </a:r>
            <a:r>
              <a:rPr sz="1400">
                <a:solidFill>
                  <a:srgbClr val="FFFFFF">
                    <a:alpha val="8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endParaRPr sz="1400"/>
          </a:p>
        </p:txBody>
      </p:sp>
      <p:sp>
        <p:nvSpPr>
          <p:cNvPr id="9" name="mini-line"/>
          <p:cNvSpPr>
            <a:spLocks noGrp="1"/>
          </p:cNvSpPr>
          <p:nvPr/>
        </p:nvSpPr>
        <p:spPr>
          <a:xfrm>
            <a:off x="762000" y="4876800"/>
            <a:ext cx="1016000" cy="12700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0" name="mini"/>
          <p:cNvSpPr>
            <a:spLocks noGrp="1"/>
          </p:cNvSpPr>
          <p:nvPr/>
        </p:nvSpPr>
        <p:spPr>
          <a:xfrm>
            <a:off x="762000" y="5080000"/>
            <a:ext cx="787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00">
                <a:solidFill>
                  <a:srgbClr val="FFFFFF">
                    <a:alpha val="5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1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2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bldg"/>
          <p:cNvPicPr>
            <a:picLocks noChangeAspect="1"/>
          </p:cNvPicPr>
          <p:nvPr/>
        </p:nvPicPr>
        <p:blipFill>
          <a:blip r:embed="rId1"/>
          <a:srcRect t="15906" b="15906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  <a:ln>
            <a:noFill/>
          </a:ln>
        </p:spPr>
      </p:pic>
      <p:sp>
        <p:nvSpPr>
          <p:cNvPr id="3" name="ghost"/>
          <p:cNvSpPr>
            <a:spLocks noGrp="1"/>
          </p:cNvSpPr>
          <p:nvPr/>
        </p:nvSpPr>
        <p:spPr>
          <a:xfrm>
            <a:off x="9956800" y="431800"/>
            <a:ext cx="2159000" cy="177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800" b="1">
                <a:solidFill>
                  <a:srgbClr val="2A3E63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8800"/>
          </a:p>
        </p:txBody>
      </p:sp>
      <p:sp>
        <p:nvSpPr>
          <p:cNvPr id="4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FFFFFF">
                    <a:alpha val="5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18 / 38</a:t>
            </a:r>
            <a:endParaRPr sz="950"/>
          </a:p>
        </p:txBody>
      </p:sp>
      <p:sp>
        <p:nvSpPr>
          <p:cNvPr id="5" name="part-tag"/>
          <p:cNvSpPr>
            <a:spLocks noGrp="1"/>
          </p:cNvSpPr>
          <p:nvPr/>
        </p:nvSpPr>
        <p:spPr>
          <a:xfrm>
            <a:off x="762000" y="1219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 spc="3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200"/>
          </a:p>
        </p:txBody>
      </p:sp>
      <p:sp>
        <p:nvSpPr>
          <p:cNvPr id="6" name="big-t"/>
          <p:cNvSpPr>
            <a:spLocks noGrp="1"/>
          </p:cNvSpPr>
          <p:nvPr/>
        </p:nvSpPr>
        <p:spPr>
          <a:xfrm>
            <a:off x="762000" y="1600200"/>
            <a:ext cx="88900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3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3000"/>
          </a:p>
        </p:txBody>
      </p:sp>
      <p:sp>
        <p:nvSpPr>
          <p:cNvPr id="7" name="sub"/>
          <p:cNvSpPr>
            <a:spLocks noGrp="1"/>
          </p:cNvSpPr>
          <p:nvPr/>
        </p:nvSpPr>
        <p:spPr>
          <a:xfrm>
            <a:off x="762000" y="2286000"/>
            <a:ext cx="8890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250">
                <a:solidFill>
                  <a:srgbClr val="FFFFFF">
                    <a:alpha val="7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  <a:p>
            <a:pPr algn="l">
              <a:lnSpc>
                <a:spcPct val="160000"/>
              </a:lnSpc>
              <a:buNone/>
            </a:pPr>
            <a:r>
              <a:rPr sz="1250">
                <a:solidFill>
                  <a:srgbClr val="FFFFFF">
                    <a:alpha val="7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  <p:sp>
        <p:nvSpPr>
          <p:cNvPr id="8" name="method"/>
          <p:cNvSpPr>
            <a:spLocks noGrp="1"/>
          </p:cNvSpPr>
          <p:nvPr/>
        </p:nvSpPr>
        <p:spPr>
          <a:xfrm>
            <a:off x="762000" y="2946400"/>
            <a:ext cx="8128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00"/>
          </a:p>
        </p:txBody>
      </p:sp>
      <p:sp>
        <p:nvSpPr>
          <p:cNvPr id="9" name="pt01-line"/>
          <p:cNvSpPr>
            <a:spLocks noGrp="1"/>
          </p:cNvSpPr>
          <p:nvPr/>
        </p:nvSpPr>
        <p:spPr>
          <a:xfrm>
            <a:off x="762000" y="3302000"/>
            <a:ext cx="19050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0" name="pt01-num"/>
          <p:cNvSpPr>
            <a:spLocks noGrp="1"/>
          </p:cNvSpPr>
          <p:nvPr/>
        </p:nvSpPr>
        <p:spPr>
          <a:xfrm>
            <a:off x="762000" y="3479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2400"/>
          </a:p>
        </p:txBody>
      </p:sp>
      <p:sp>
        <p:nvSpPr>
          <p:cNvPr id="11" name="pt01-icon"/>
          <p:cNvSpPr>
            <a:spLocks noGrp="1"/>
          </p:cNvSpPr>
          <p:nvPr/>
        </p:nvSpPr>
        <p:spPr>
          <a:xfrm>
            <a:off x="13208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0"/>
                </a:moveTo>
                <a:lnTo>
                  <a:pt x="368" y="0"/>
                </a:lnTo>
                <a:cubicBezTo>
                  <a:pt x="395" y="0"/>
                  <a:pt x="416" y="22"/>
                  <a:pt x="415" y="48"/>
                </a:cubicBezTo>
                <a:cubicBezTo>
                  <a:pt x="415" y="54"/>
                  <a:pt x="415" y="59"/>
                  <a:pt x="415" y="64"/>
                </a:cubicBezTo>
                <a:lnTo>
                  <a:pt x="464" y="64"/>
                </a:lnTo>
                <a:cubicBezTo>
                  <a:pt x="490" y="64"/>
                  <a:pt x="513" y="86"/>
                  <a:pt x="511" y="114"/>
                </a:cubicBezTo>
                <a:cubicBezTo>
                  <a:pt x="504" y="218"/>
                  <a:pt x="451" y="275"/>
                  <a:pt x="393" y="304"/>
                </a:cubicBezTo>
                <a:cubicBezTo>
                  <a:pt x="378" y="313"/>
                  <a:pt x="362" y="319"/>
                  <a:pt x="346" y="323"/>
                </a:cubicBezTo>
                <a:cubicBezTo>
                  <a:pt x="326" y="352"/>
                  <a:pt x="305" y="367"/>
                  <a:pt x="288" y="375"/>
                </a:cubicBezTo>
                <a:lnTo>
                  <a:pt x="288" y="448"/>
                </a:lnTo>
                <a:lnTo>
                  <a:pt x="352" y="448"/>
                </a:lnTo>
                <a:cubicBezTo>
                  <a:pt x="370" y="448"/>
                  <a:pt x="384" y="462"/>
                  <a:pt x="384" y="480"/>
                </a:cubicBezTo>
                <a:cubicBezTo>
                  <a:pt x="384" y="498"/>
                  <a:pt x="370" y="512"/>
                  <a:pt x="352" y="512"/>
                </a:cubicBezTo>
                <a:lnTo>
                  <a:pt x="160" y="512"/>
                </a:lnTo>
                <a:cubicBezTo>
                  <a:pt x="143" y="512"/>
                  <a:pt x="128" y="498"/>
                  <a:pt x="128" y="480"/>
                </a:cubicBezTo>
                <a:cubicBezTo>
                  <a:pt x="128" y="462"/>
                  <a:pt x="143" y="448"/>
                  <a:pt x="160" y="448"/>
                </a:cubicBezTo>
                <a:lnTo>
                  <a:pt x="224" y="448"/>
                </a:lnTo>
                <a:lnTo>
                  <a:pt x="224" y="375"/>
                </a:lnTo>
                <a:cubicBezTo>
                  <a:pt x="208" y="367"/>
                  <a:pt x="188" y="353"/>
                  <a:pt x="169" y="327"/>
                </a:cubicBezTo>
                <a:cubicBezTo>
                  <a:pt x="151" y="322"/>
                  <a:pt x="131" y="314"/>
                  <a:pt x="111" y="303"/>
                </a:cubicBezTo>
                <a:cubicBezTo>
                  <a:pt x="57" y="273"/>
                  <a:pt x="8" y="216"/>
                  <a:pt x="1" y="114"/>
                </a:cubicBezTo>
                <a:cubicBezTo>
                  <a:pt x="-1" y="85"/>
                  <a:pt x="22" y="64"/>
                  <a:pt x="48" y="64"/>
                </a:cubicBezTo>
                <a:lnTo>
                  <a:pt x="98" y="64"/>
                </a:lnTo>
                <a:cubicBezTo>
                  <a:pt x="98" y="59"/>
                  <a:pt x="97" y="53"/>
                  <a:pt x="97" y="48"/>
                </a:cubicBezTo>
                <a:cubicBezTo>
                  <a:pt x="96" y="22"/>
                  <a:pt x="118" y="0"/>
                  <a:pt x="144" y="0"/>
                </a:cubicBezTo>
                <a:close/>
                <a:moveTo>
                  <a:pt x="102" y="112"/>
                </a:moveTo>
                <a:lnTo>
                  <a:pt x="49" y="112"/>
                </a:lnTo>
                <a:cubicBezTo>
                  <a:pt x="55" y="197"/>
                  <a:pt x="94" y="239"/>
                  <a:pt x="134" y="262"/>
                </a:cubicBezTo>
                <a:cubicBezTo>
                  <a:pt x="120" y="224"/>
                  <a:pt x="108" y="176"/>
                  <a:pt x="102" y="112"/>
                </a:cubicBezTo>
                <a:close/>
                <a:moveTo>
                  <a:pt x="380" y="257"/>
                </a:moveTo>
                <a:cubicBezTo>
                  <a:pt x="421" y="233"/>
                  <a:pt x="457" y="191"/>
                  <a:pt x="463" y="112"/>
                </a:cubicBezTo>
                <a:lnTo>
                  <a:pt x="411" y="112"/>
                </a:lnTo>
                <a:cubicBezTo>
                  <a:pt x="405" y="173"/>
                  <a:pt x="394" y="220"/>
                  <a:pt x="380" y="257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2" name="pt01-t"/>
          <p:cNvSpPr>
            <a:spLocks noGrp="1"/>
          </p:cNvSpPr>
          <p:nvPr/>
        </p:nvSpPr>
        <p:spPr>
          <a:xfrm>
            <a:off x="762000" y="3937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13" name="pt01-d"/>
          <p:cNvSpPr>
            <a:spLocks noGrp="1"/>
          </p:cNvSpPr>
          <p:nvPr/>
        </p:nvSpPr>
        <p:spPr>
          <a:xfrm>
            <a:off x="762000" y="44958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14" name="pt02-line"/>
          <p:cNvSpPr>
            <a:spLocks noGrp="1"/>
          </p:cNvSpPr>
          <p:nvPr/>
        </p:nvSpPr>
        <p:spPr>
          <a:xfrm>
            <a:off x="2946400" y="3302000"/>
            <a:ext cx="19050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pt02-num"/>
          <p:cNvSpPr>
            <a:spLocks noGrp="1"/>
          </p:cNvSpPr>
          <p:nvPr/>
        </p:nvSpPr>
        <p:spPr>
          <a:xfrm>
            <a:off x="2946400" y="3479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2400"/>
          </a:p>
        </p:txBody>
      </p:sp>
      <p:sp>
        <p:nvSpPr>
          <p:cNvPr id="16" name="pt02-icon"/>
          <p:cNvSpPr>
            <a:spLocks noGrp="1"/>
          </p:cNvSpPr>
          <p:nvPr/>
        </p:nvSpPr>
        <p:spPr>
          <a:xfrm>
            <a:off x="35052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71" y="-7"/>
                </a:moveTo>
                <a:cubicBezTo>
                  <a:pt x="76" y="-12"/>
                  <a:pt x="85" y="-13"/>
                  <a:pt x="91" y="-9"/>
                </a:cubicBezTo>
                <a:lnTo>
                  <a:pt x="210" y="71"/>
                </a:lnTo>
                <a:cubicBezTo>
                  <a:pt x="219" y="76"/>
                  <a:pt x="224" y="86"/>
                  <a:pt x="224" y="97"/>
                </a:cubicBezTo>
                <a:lnTo>
                  <a:pt x="224" y="147"/>
                </a:lnTo>
                <a:lnTo>
                  <a:pt x="315" y="238"/>
                </a:lnTo>
                <a:cubicBezTo>
                  <a:pt x="348" y="223"/>
                  <a:pt x="389" y="229"/>
                  <a:pt x="416" y="256"/>
                </a:cubicBezTo>
                <a:lnTo>
                  <a:pt x="542" y="382"/>
                </a:lnTo>
                <a:cubicBezTo>
                  <a:pt x="561" y="401"/>
                  <a:pt x="561" y="431"/>
                  <a:pt x="542" y="450"/>
                </a:cubicBezTo>
                <a:lnTo>
                  <a:pt x="482" y="510"/>
                </a:lnTo>
                <a:cubicBezTo>
                  <a:pt x="463" y="529"/>
                  <a:pt x="433" y="529"/>
                  <a:pt x="414" y="510"/>
                </a:cubicBezTo>
                <a:lnTo>
                  <a:pt x="288" y="384"/>
                </a:lnTo>
                <a:cubicBezTo>
                  <a:pt x="261" y="357"/>
                  <a:pt x="255" y="316"/>
                  <a:pt x="270" y="283"/>
                </a:cubicBezTo>
                <a:lnTo>
                  <a:pt x="179" y="192"/>
                </a:lnTo>
                <a:lnTo>
                  <a:pt x="129" y="192"/>
                </a:lnTo>
                <a:cubicBezTo>
                  <a:pt x="119" y="192"/>
                  <a:pt x="109" y="187"/>
                  <a:pt x="103" y="178"/>
                </a:cubicBezTo>
                <a:lnTo>
                  <a:pt x="23" y="59"/>
                </a:lnTo>
                <a:cubicBezTo>
                  <a:pt x="19" y="53"/>
                  <a:pt x="20" y="44"/>
                  <a:pt x="25" y="39"/>
                </a:cubicBezTo>
                <a:lnTo>
                  <a:pt x="71" y="-7"/>
                </a:lnTo>
                <a:close/>
              </a:path>
              <a:path w="576" h="512">
                <a:moveTo>
                  <a:pt x="216" y="297"/>
                </a:moveTo>
                <a:cubicBezTo>
                  <a:pt x="210" y="334"/>
                  <a:pt x="218" y="373"/>
                  <a:pt x="242" y="404"/>
                </a:cubicBezTo>
                <a:lnTo>
                  <a:pt x="147" y="499"/>
                </a:lnTo>
                <a:cubicBezTo>
                  <a:pt x="119" y="527"/>
                  <a:pt x="73" y="527"/>
                  <a:pt x="45" y="499"/>
                </a:cubicBezTo>
                <a:cubicBezTo>
                  <a:pt x="17" y="471"/>
                  <a:pt x="17" y="425"/>
                  <a:pt x="45" y="397"/>
                </a:cubicBezTo>
                <a:lnTo>
                  <a:pt x="181" y="262"/>
                </a:lnTo>
                <a:lnTo>
                  <a:pt x="216" y="297"/>
                </a:lnTo>
                <a:close/>
              </a:path>
              <a:path w="576" h="512">
                <a:moveTo>
                  <a:pt x="384" y="0"/>
                </a:moveTo>
                <a:cubicBezTo>
                  <a:pt x="404" y="0"/>
                  <a:pt x="424" y="4"/>
                  <a:pt x="441" y="11"/>
                </a:cubicBezTo>
                <a:cubicBezTo>
                  <a:pt x="451" y="14"/>
                  <a:pt x="453" y="27"/>
                  <a:pt x="446" y="35"/>
                </a:cubicBezTo>
                <a:lnTo>
                  <a:pt x="389" y="91"/>
                </a:lnTo>
                <a:cubicBezTo>
                  <a:pt x="386" y="94"/>
                  <a:pt x="384" y="98"/>
                  <a:pt x="384" y="103"/>
                </a:cubicBezTo>
                <a:lnTo>
                  <a:pt x="384" y="144"/>
                </a:lnTo>
                <a:cubicBezTo>
                  <a:pt x="384" y="153"/>
                  <a:pt x="391" y="160"/>
                  <a:pt x="400" y="160"/>
                </a:cubicBezTo>
                <a:lnTo>
                  <a:pt x="442" y="160"/>
                </a:lnTo>
                <a:cubicBezTo>
                  <a:pt x="446" y="160"/>
                  <a:pt x="450" y="158"/>
                  <a:pt x="453" y="155"/>
                </a:cubicBezTo>
                <a:lnTo>
                  <a:pt x="510" y="99"/>
                </a:lnTo>
                <a:cubicBezTo>
                  <a:pt x="517" y="91"/>
                  <a:pt x="530" y="93"/>
                  <a:pt x="534" y="103"/>
                </a:cubicBezTo>
                <a:cubicBezTo>
                  <a:pt x="540" y="121"/>
                  <a:pt x="544" y="140"/>
                  <a:pt x="544" y="160"/>
                </a:cubicBezTo>
                <a:cubicBezTo>
                  <a:pt x="544" y="203"/>
                  <a:pt x="527" y="242"/>
                  <a:pt x="499" y="271"/>
                </a:cubicBezTo>
                <a:lnTo>
                  <a:pt x="450" y="222"/>
                </a:lnTo>
                <a:cubicBezTo>
                  <a:pt x="417" y="189"/>
                  <a:pt x="372" y="176"/>
                  <a:pt x="329" y="184"/>
                </a:cubicBezTo>
                <a:lnTo>
                  <a:pt x="272" y="127"/>
                </a:lnTo>
                <a:lnTo>
                  <a:pt x="272" y="97"/>
                </a:lnTo>
                <a:lnTo>
                  <a:pt x="272" y="92"/>
                </a:lnTo>
                <a:cubicBezTo>
                  <a:pt x="271" y="80"/>
                  <a:pt x="268" y="68"/>
                  <a:pt x="261" y="57"/>
                </a:cubicBezTo>
                <a:cubicBezTo>
                  <a:pt x="291" y="22"/>
                  <a:pt x="335" y="0"/>
                  <a:pt x="384" y="0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7" name="pt02-t"/>
          <p:cNvSpPr>
            <a:spLocks noGrp="1"/>
          </p:cNvSpPr>
          <p:nvPr/>
        </p:nvSpPr>
        <p:spPr>
          <a:xfrm>
            <a:off x="2946400" y="3937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18" name="pt02-d"/>
          <p:cNvSpPr>
            <a:spLocks noGrp="1"/>
          </p:cNvSpPr>
          <p:nvPr/>
        </p:nvSpPr>
        <p:spPr>
          <a:xfrm>
            <a:off x="2946400" y="44958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19" name="pt03-line"/>
          <p:cNvSpPr>
            <a:spLocks noGrp="1"/>
          </p:cNvSpPr>
          <p:nvPr/>
        </p:nvSpPr>
        <p:spPr>
          <a:xfrm>
            <a:off x="5130800" y="3302000"/>
            <a:ext cx="19050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0" name="pt03-num"/>
          <p:cNvSpPr>
            <a:spLocks noGrp="1"/>
          </p:cNvSpPr>
          <p:nvPr/>
        </p:nvSpPr>
        <p:spPr>
          <a:xfrm>
            <a:off x="5130800" y="3479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2400"/>
          </a:p>
        </p:txBody>
      </p:sp>
      <p:sp>
        <p:nvSpPr>
          <p:cNvPr id="21" name="pt03-icon"/>
          <p:cNvSpPr>
            <a:spLocks noGrp="1"/>
          </p:cNvSpPr>
          <p:nvPr/>
        </p:nvSpPr>
        <p:spPr>
          <a:xfrm>
            <a:off x="56896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384"/>
                </a:moveTo>
                <a:cubicBezTo>
                  <a:pt x="245" y="384"/>
                  <a:pt x="288" y="427"/>
                  <a:pt x="288" y="480"/>
                </a:cubicBezTo>
                <a:cubicBezTo>
                  <a:pt x="288" y="498"/>
                  <a:pt x="274" y="512"/>
                  <a:pt x="256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27"/>
                  <a:pt x="43" y="384"/>
                  <a:pt x="96" y="384"/>
                </a:cubicBezTo>
                <a:lnTo>
                  <a:pt x="192" y="384"/>
                </a:lnTo>
                <a:close/>
              </a:path>
              <a:path w="640" h="512">
                <a:moveTo>
                  <a:pt x="544" y="32"/>
                </a:moveTo>
                <a:cubicBezTo>
                  <a:pt x="579" y="32"/>
                  <a:pt x="608" y="61"/>
                  <a:pt x="608" y="96"/>
                </a:cubicBezTo>
                <a:lnTo>
                  <a:pt x="608" y="384"/>
                </a:lnTo>
                <a:cubicBezTo>
                  <a:pt x="608" y="417"/>
                  <a:pt x="583" y="444"/>
                  <a:pt x="551" y="448"/>
                </a:cubicBezTo>
                <a:lnTo>
                  <a:pt x="544" y="448"/>
                </a:lnTo>
                <a:lnTo>
                  <a:pt x="333" y="448"/>
                </a:lnTo>
                <a:cubicBezTo>
                  <a:pt x="328" y="424"/>
                  <a:pt x="317" y="402"/>
                  <a:pt x="301" y="384"/>
                </a:cubicBezTo>
                <a:lnTo>
                  <a:pt x="352" y="384"/>
                </a:lnTo>
                <a:lnTo>
                  <a:pt x="352" y="352"/>
                </a:lnTo>
                <a:cubicBezTo>
                  <a:pt x="352" y="334"/>
                  <a:pt x="366" y="320"/>
                  <a:pt x="384" y="320"/>
                </a:cubicBezTo>
                <a:lnTo>
                  <a:pt x="480" y="320"/>
                </a:lnTo>
                <a:cubicBezTo>
                  <a:pt x="498" y="320"/>
                  <a:pt x="512" y="334"/>
                  <a:pt x="512" y="352"/>
                </a:cubicBezTo>
                <a:lnTo>
                  <a:pt x="512" y="384"/>
                </a:lnTo>
                <a:lnTo>
                  <a:pt x="544" y="384"/>
                </a:lnTo>
                <a:lnTo>
                  <a:pt x="544" y="96"/>
                </a:lnTo>
                <a:lnTo>
                  <a:pt x="192" y="96"/>
                </a:lnTo>
                <a:lnTo>
                  <a:pt x="192" y="153"/>
                </a:lnTo>
                <a:cubicBezTo>
                  <a:pt x="177" y="147"/>
                  <a:pt x="161" y="144"/>
                  <a:pt x="144" y="144"/>
                </a:cubicBezTo>
                <a:cubicBezTo>
                  <a:pt x="139" y="144"/>
                  <a:pt x="133" y="144"/>
                  <a:pt x="128" y="145"/>
                </a:cubicBezTo>
                <a:lnTo>
                  <a:pt x="128" y="96"/>
                </a:lnTo>
                <a:cubicBezTo>
                  <a:pt x="128" y="61"/>
                  <a:pt x="157" y="32"/>
                  <a:pt x="192" y="32"/>
                </a:cubicBezTo>
                <a:lnTo>
                  <a:pt x="544" y="32"/>
                </a:lnTo>
                <a:close/>
              </a:path>
              <a:path w="640" h="512">
                <a:moveTo>
                  <a:pt x="144" y="352"/>
                </a:moveTo>
                <a:cubicBezTo>
                  <a:pt x="100" y="352"/>
                  <a:pt x="64" y="316"/>
                  <a:pt x="64" y="272"/>
                </a:cubicBezTo>
                <a:cubicBezTo>
                  <a:pt x="64" y="228"/>
                  <a:pt x="100" y="192"/>
                  <a:pt x="144" y="192"/>
                </a:cubicBezTo>
                <a:cubicBezTo>
                  <a:pt x="188" y="192"/>
                  <a:pt x="224" y="228"/>
                  <a:pt x="224" y="272"/>
                </a:cubicBezTo>
                <a:cubicBezTo>
                  <a:pt x="224" y="316"/>
                  <a:pt x="188" y="352"/>
                  <a:pt x="144" y="352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2" name="pt03-t"/>
          <p:cNvSpPr>
            <a:spLocks noGrp="1"/>
          </p:cNvSpPr>
          <p:nvPr/>
        </p:nvSpPr>
        <p:spPr>
          <a:xfrm>
            <a:off x="5130800" y="3937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23" name="pt03-d"/>
          <p:cNvSpPr>
            <a:spLocks noGrp="1"/>
          </p:cNvSpPr>
          <p:nvPr/>
        </p:nvSpPr>
        <p:spPr>
          <a:xfrm>
            <a:off x="5130800" y="44958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24" name="pt04-line"/>
          <p:cNvSpPr>
            <a:spLocks noGrp="1"/>
          </p:cNvSpPr>
          <p:nvPr/>
        </p:nvSpPr>
        <p:spPr>
          <a:xfrm>
            <a:off x="7315200" y="3302000"/>
            <a:ext cx="19050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5" name="pt04-num"/>
          <p:cNvSpPr>
            <a:spLocks noGrp="1"/>
          </p:cNvSpPr>
          <p:nvPr/>
        </p:nvSpPr>
        <p:spPr>
          <a:xfrm>
            <a:off x="7315200" y="3479800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61</a:t>
            </a:r>
            <a:endParaRPr sz="2400"/>
          </a:p>
        </p:txBody>
      </p:sp>
      <p:sp>
        <p:nvSpPr>
          <p:cNvPr id="26" name="pt04-icon"/>
          <p:cNvSpPr>
            <a:spLocks noGrp="1"/>
          </p:cNvSpPr>
          <p:nvPr/>
        </p:nvSpPr>
        <p:spPr>
          <a:xfrm>
            <a:off x="7874000" y="3543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12" y="32"/>
                </a:moveTo>
                <a:cubicBezTo>
                  <a:pt x="512" y="140"/>
                  <a:pt x="435" y="230"/>
                  <a:pt x="334" y="251"/>
                </a:cubicBezTo>
                <a:cubicBezTo>
                  <a:pt x="326" y="193"/>
                  <a:pt x="300" y="141"/>
                  <a:pt x="261" y="101"/>
                </a:cubicBezTo>
                <a:cubicBezTo>
                  <a:pt x="301" y="40"/>
                  <a:pt x="370" y="0"/>
                  <a:pt x="448" y="0"/>
                </a:cubicBezTo>
                <a:lnTo>
                  <a:pt x="480" y="0"/>
                </a:lnTo>
                <a:cubicBezTo>
                  <a:pt x="498" y="0"/>
                  <a:pt x="512" y="14"/>
                  <a:pt x="512" y="32"/>
                </a:cubicBezTo>
                <a:close/>
                <a:moveTo>
                  <a:pt x="0" y="96"/>
                </a:moveTo>
                <a:cubicBezTo>
                  <a:pt x="0" y="78"/>
                  <a:pt x="14" y="64"/>
                  <a:pt x="32" y="64"/>
                </a:cubicBezTo>
                <a:lnTo>
                  <a:pt x="64" y="64"/>
                </a:lnTo>
                <a:cubicBezTo>
                  <a:pt x="188" y="64"/>
                  <a:pt x="288" y="164"/>
                  <a:pt x="288" y="288"/>
                </a:cubicBezTo>
                <a:lnTo>
                  <a:pt x="288" y="480"/>
                </a:lnTo>
                <a:cubicBezTo>
                  <a:pt x="288" y="498"/>
                  <a:pt x="274" y="512"/>
                  <a:pt x="256" y="512"/>
                </a:cubicBezTo>
                <a:cubicBezTo>
                  <a:pt x="238" y="512"/>
                  <a:pt x="224" y="498"/>
                  <a:pt x="224" y="480"/>
                </a:cubicBezTo>
                <a:lnTo>
                  <a:pt x="224" y="320"/>
                </a:lnTo>
                <a:cubicBezTo>
                  <a:pt x="100" y="320"/>
                  <a:pt x="0" y="220"/>
                  <a:pt x="0" y="9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7" name="pt04-t"/>
          <p:cNvSpPr>
            <a:spLocks noGrp="1"/>
          </p:cNvSpPr>
          <p:nvPr/>
        </p:nvSpPr>
        <p:spPr>
          <a:xfrm>
            <a:off x="7315200" y="3937000"/>
            <a:ext cx="1905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28" name="pt04-d"/>
          <p:cNvSpPr>
            <a:spLocks noGrp="1"/>
          </p:cNvSpPr>
          <p:nvPr/>
        </p:nvSpPr>
        <p:spPr>
          <a:xfrm>
            <a:off x="7315200" y="4495800"/>
            <a:ext cx="1905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05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29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0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1" name="vMr7C2"/>
          <p:cNvSpPr>
            <a:spLocks noGrp="1"/>
          </p:cNvSpPr>
          <p:nvPr/>
        </p:nvSpPr>
        <p:spPr>
          <a:xfrm>
            <a:off x="7344410" y="440690"/>
            <a:ext cx="25400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20000"/>
              </a:lnSpc>
              <a:buNone/>
            </a:pP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工作流程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19 / 38</a:t>
            </a:r>
            <a:endParaRPr sz="950"/>
          </a:p>
        </p:txBody>
      </p:sp>
      <p:pic>
        <p:nvPicPr>
          <p:cNvPr id="49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ch-title"/>
          <p:cNvSpPr>
            <a:spLocks noGrp="1"/>
          </p:cNvSpPr>
          <p:nvPr/>
        </p:nvSpPr>
        <p:spPr>
          <a:xfrm>
            <a:off x="381000" y="187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工作流程</a:t>
            </a:r>
            <a:endParaRPr sz="1150"/>
          </a:p>
        </p:txBody>
      </p:sp>
      <p:sp>
        <p:nvSpPr>
          <p:cNvPr id="10" name="ch0"/>
          <p:cNvSpPr>
            <a:spLocks noGrp="1"/>
          </p:cNvSpPr>
          <p:nvPr/>
        </p:nvSpPr>
        <p:spPr>
          <a:xfrm>
            <a:off x="3810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1" name="ch0-t"/>
          <p:cNvSpPr>
            <a:spLocks noGrp="1"/>
          </p:cNvSpPr>
          <p:nvPr/>
        </p:nvSpPr>
        <p:spPr>
          <a:xfrm>
            <a:off x="3810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12" name="ch1"/>
          <p:cNvSpPr>
            <a:spLocks noGrp="1"/>
          </p:cNvSpPr>
          <p:nvPr/>
        </p:nvSpPr>
        <p:spPr>
          <a:xfrm>
            <a:off x="18796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13" name="ch1-t"/>
          <p:cNvSpPr>
            <a:spLocks noGrp="1"/>
          </p:cNvSpPr>
          <p:nvPr/>
        </p:nvSpPr>
        <p:spPr>
          <a:xfrm>
            <a:off x="18796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14" name="ch2"/>
          <p:cNvSpPr>
            <a:spLocks noGrp="1"/>
          </p:cNvSpPr>
          <p:nvPr/>
        </p:nvSpPr>
        <p:spPr>
          <a:xfrm>
            <a:off x="33782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5" name="ch2-t"/>
          <p:cNvSpPr>
            <a:spLocks noGrp="1"/>
          </p:cNvSpPr>
          <p:nvPr/>
        </p:nvSpPr>
        <p:spPr>
          <a:xfrm>
            <a:off x="33782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16" name="ch3"/>
          <p:cNvSpPr>
            <a:spLocks noGrp="1"/>
          </p:cNvSpPr>
          <p:nvPr/>
        </p:nvSpPr>
        <p:spPr>
          <a:xfrm>
            <a:off x="48768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17" name="ch3-t"/>
          <p:cNvSpPr>
            <a:spLocks noGrp="1"/>
          </p:cNvSpPr>
          <p:nvPr/>
        </p:nvSpPr>
        <p:spPr>
          <a:xfrm>
            <a:off x="48768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18" name="ch4"/>
          <p:cNvSpPr>
            <a:spLocks noGrp="1"/>
          </p:cNvSpPr>
          <p:nvPr/>
        </p:nvSpPr>
        <p:spPr>
          <a:xfrm>
            <a:off x="63754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9" name="ch4-t"/>
          <p:cNvSpPr>
            <a:spLocks noGrp="1"/>
          </p:cNvSpPr>
          <p:nvPr/>
        </p:nvSpPr>
        <p:spPr>
          <a:xfrm>
            <a:off x="63754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20" name="ch5"/>
          <p:cNvSpPr>
            <a:spLocks noGrp="1"/>
          </p:cNvSpPr>
          <p:nvPr/>
        </p:nvSpPr>
        <p:spPr>
          <a:xfrm>
            <a:off x="7874000" y="2209800"/>
            <a:ext cx="1346200" cy="431800"/>
          </a:xfrm>
          <a:prstGeom prst="homePlate">
            <a:avLst>
              <a:gd name="adj" fmla="val 2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21" name="ch5-t"/>
          <p:cNvSpPr>
            <a:spLocks noGrp="1"/>
          </p:cNvSpPr>
          <p:nvPr/>
        </p:nvSpPr>
        <p:spPr>
          <a:xfrm>
            <a:off x="7874000" y="2209800"/>
            <a:ext cx="1244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50"/>
          </a:p>
        </p:txBody>
      </p:sp>
      <p:sp>
        <p:nvSpPr>
          <p:cNvPr id="22" name="lv-div"/>
          <p:cNvSpPr>
            <a:spLocks noGrp="1"/>
          </p:cNvSpPr>
          <p:nvPr/>
        </p:nvSpPr>
        <p:spPr>
          <a:xfrm>
            <a:off x="4673600" y="3048000"/>
            <a:ext cx="12700" cy="27686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3" name="lv-h1"/>
          <p:cNvSpPr>
            <a:spLocks noGrp="1"/>
          </p:cNvSpPr>
          <p:nvPr/>
        </p:nvSpPr>
        <p:spPr>
          <a:xfrm>
            <a:off x="381000" y="2870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24" name="lv-h1-u"/>
          <p:cNvSpPr>
            <a:spLocks noGrp="1"/>
          </p:cNvSpPr>
          <p:nvPr/>
        </p:nvSpPr>
        <p:spPr>
          <a:xfrm>
            <a:off x="381000" y="3175000"/>
            <a:ext cx="304800" cy="381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lv-h2"/>
          <p:cNvSpPr>
            <a:spLocks noGrp="1"/>
          </p:cNvSpPr>
          <p:nvPr/>
        </p:nvSpPr>
        <p:spPr>
          <a:xfrm>
            <a:off x="5054600" y="2870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26" name="lv-h2-u"/>
          <p:cNvSpPr>
            <a:spLocks noGrp="1"/>
          </p:cNvSpPr>
          <p:nvPr/>
        </p:nvSpPr>
        <p:spPr>
          <a:xfrm>
            <a:off x="5054600" y="31750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lv0-dot"/>
          <p:cNvSpPr>
            <a:spLocks noGrp="1"/>
          </p:cNvSpPr>
          <p:nvPr/>
        </p:nvSpPr>
        <p:spPr>
          <a:xfrm>
            <a:off x="381000" y="3486150"/>
            <a:ext cx="101600" cy="101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8" name="lv0-t"/>
          <p:cNvSpPr>
            <a:spLocks noGrp="1"/>
          </p:cNvSpPr>
          <p:nvPr/>
        </p:nvSpPr>
        <p:spPr>
          <a:xfrm>
            <a:off x="635000" y="338455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00"/>
          </a:p>
        </p:txBody>
      </p:sp>
      <p:sp>
        <p:nvSpPr>
          <p:cNvPr id="29" name="lv0-d"/>
          <p:cNvSpPr>
            <a:spLocks noGrp="1"/>
          </p:cNvSpPr>
          <p:nvPr/>
        </p:nvSpPr>
        <p:spPr>
          <a:xfrm>
            <a:off x="635000" y="368935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0" name="lv1-dot"/>
          <p:cNvSpPr>
            <a:spLocks noGrp="1"/>
          </p:cNvSpPr>
          <p:nvPr/>
        </p:nvSpPr>
        <p:spPr>
          <a:xfrm>
            <a:off x="381000" y="4654550"/>
            <a:ext cx="101600" cy="101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1" name="lv1-t"/>
          <p:cNvSpPr>
            <a:spLocks noGrp="1"/>
          </p:cNvSpPr>
          <p:nvPr/>
        </p:nvSpPr>
        <p:spPr>
          <a:xfrm>
            <a:off x="635000" y="455295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32" name="lv1-d"/>
          <p:cNvSpPr>
            <a:spLocks noGrp="1"/>
          </p:cNvSpPr>
          <p:nvPr/>
        </p:nvSpPr>
        <p:spPr>
          <a:xfrm>
            <a:off x="635000" y="485775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3" name="lv0-dot"/>
          <p:cNvSpPr>
            <a:spLocks noGrp="1"/>
          </p:cNvSpPr>
          <p:nvPr/>
        </p:nvSpPr>
        <p:spPr>
          <a:xfrm>
            <a:off x="5054600" y="3486150"/>
            <a:ext cx="101600" cy="1016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4" name="lv0-t"/>
          <p:cNvSpPr>
            <a:spLocks noGrp="1"/>
          </p:cNvSpPr>
          <p:nvPr/>
        </p:nvSpPr>
        <p:spPr>
          <a:xfrm>
            <a:off x="5308600" y="338455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35" name="lv0-d"/>
          <p:cNvSpPr>
            <a:spLocks noGrp="1"/>
          </p:cNvSpPr>
          <p:nvPr/>
        </p:nvSpPr>
        <p:spPr>
          <a:xfrm>
            <a:off x="5308600" y="368935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6" name="lv1-dot"/>
          <p:cNvSpPr>
            <a:spLocks noGrp="1"/>
          </p:cNvSpPr>
          <p:nvPr/>
        </p:nvSpPr>
        <p:spPr>
          <a:xfrm>
            <a:off x="5054600" y="4654550"/>
            <a:ext cx="101600" cy="1016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7" name="lv1-t"/>
          <p:cNvSpPr>
            <a:spLocks noGrp="1"/>
          </p:cNvSpPr>
          <p:nvPr/>
        </p:nvSpPr>
        <p:spPr>
          <a:xfrm>
            <a:off x="5308600" y="455295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38" name="lv1-d"/>
          <p:cNvSpPr>
            <a:spLocks noGrp="1"/>
          </p:cNvSpPr>
          <p:nvPr/>
        </p:nvSpPr>
        <p:spPr>
          <a:xfrm>
            <a:off x="5308600" y="485775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9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0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5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资源协同矩阵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20 / 38</a:t>
            </a:r>
            <a:endParaRPr sz="950"/>
          </a:p>
        </p:txBody>
      </p:sp>
      <p:pic>
        <p:nvPicPr>
          <p:cNvPr id="51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dir-title"/>
          <p:cNvSpPr>
            <a:spLocks noGrp="1"/>
          </p:cNvSpPr>
          <p:nvPr/>
        </p:nvSpPr>
        <p:spPr>
          <a:xfrm>
            <a:off x="381000" y="187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资源协同矩阵</a:t>
            </a:r>
            <a:endParaRPr sz="1150"/>
          </a:p>
        </p:txBody>
      </p:sp>
      <p:sp>
        <p:nvSpPr>
          <p:cNvPr id="10" name="shape-10"/>
          <p:cNvSpPr>
            <a:spLocks noGrp="1"/>
          </p:cNvSpPr>
          <p:nvPr/>
        </p:nvSpPr>
        <p:spPr>
          <a:xfrm>
            <a:off x="3810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shape-11"/>
          <p:cNvSpPr>
            <a:spLocks noGrp="1"/>
          </p:cNvSpPr>
          <p:nvPr/>
        </p:nvSpPr>
        <p:spPr>
          <a:xfrm>
            <a:off x="3810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12" name="shape-12"/>
          <p:cNvSpPr>
            <a:spLocks noGrp="1"/>
          </p:cNvSpPr>
          <p:nvPr/>
        </p:nvSpPr>
        <p:spPr>
          <a:xfrm>
            <a:off x="14478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14478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25146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shape-15"/>
          <p:cNvSpPr>
            <a:spLocks noGrp="1"/>
          </p:cNvSpPr>
          <p:nvPr/>
        </p:nvSpPr>
        <p:spPr>
          <a:xfrm>
            <a:off x="25146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35814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35814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4648200" y="2184400"/>
            <a:ext cx="7493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4648200" y="2184400"/>
            <a:ext cx="7493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5549900" y="2184400"/>
            <a:ext cx="10795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1" name="shape-21"/>
          <p:cNvSpPr>
            <a:spLocks noGrp="1"/>
          </p:cNvSpPr>
          <p:nvPr/>
        </p:nvSpPr>
        <p:spPr>
          <a:xfrm>
            <a:off x="5549900" y="2184400"/>
            <a:ext cx="1079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22" name="shape-22"/>
          <p:cNvSpPr>
            <a:spLocks noGrp="1"/>
          </p:cNvSpPr>
          <p:nvPr/>
        </p:nvSpPr>
        <p:spPr>
          <a:xfrm>
            <a:off x="67818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3" name="shape-23"/>
          <p:cNvSpPr>
            <a:spLocks noGrp="1"/>
          </p:cNvSpPr>
          <p:nvPr/>
        </p:nvSpPr>
        <p:spPr>
          <a:xfrm>
            <a:off x="67818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00"/>
          </a:p>
        </p:txBody>
      </p:sp>
      <p:sp>
        <p:nvSpPr>
          <p:cNvPr id="24" name="lv-div"/>
          <p:cNvSpPr>
            <a:spLocks noGrp="1"/>
          </p:cNvSpPr>
          <p:nvPr/>
        </p:nvSpPr>
        <p:spPr>
          <a:xfrm>
            <a:off x="4673600" y="3048000"/>
            <a:ext cx="12700" cy="27686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5" name="lv-h1"/>
          <p:cNvSpPr>
            <a:spLocks noGrp="1"/>
          </p:cNvSpPr>
          <p:nvPr/>
        </p:nvSpPr>
        <p:spPr>
          <a:xfrm>
            <a:off x="381000" y="2870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26" name="lv-h1-u"/>
          <p:cNvSpPr>
            <a:spLocks noGrp="1"/>
          </p:cNvSpPr>
          <p:nvPr/>
        </p:nvSpPr>
        <p:spPr>
          <a:xfrm>
            <a:off x="381000" y="3175000"/>
            <a:ext cx="304800" cy="381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7" name="lv-h2"/>
          <p:cNvSpPr>
            <a:spLocks noGrp="1"/>
          </p:cNvSpPr>
          <p:nvPr/>
        </p:nvSpPr>
        <p:spPr>
          <a:xfrm>
            <a:off x="5054600" y="28702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28" name="lv-h2-u"/>
          <p:cNvSpPr>
            <a:spLocks noGrp="1"/>
          </p:cNvSpPr>
          <p:nvPr/>
        </p:nvSpPr>
        <p:spPr>
          <a:xfrm>
            <a:off x="5054600" y="31750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9" name="lv0-dot"/>
          <p:cNvSpPr>
            <a:spLocks noGrp="1"/>
          </p:cNvSpPr>
          <p:nvPr/>
        </p:nvSpPr>
        <p:spPr>
          <a:xfrm>
            <a:off x="381000" y="3517900"/>
            <a:ext cx="101600" cy="101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0" name="lv0-t"/>
          <p:cNvSpPr>
            <a:spLocks noGrp="1"/>
          </p:cNvSpPr>
          <p:nvPr/>
        </p:nvSpPr>
        <p:spPr>
          <a:xfrm>
            <a:off x="635000" y="34163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00"/>
          </a:p>
        </p:txBody>
      </p:sp>
      <p:sp>
        <p:nvSpPr>
          <p:cNvPr id="31" name="lv0-d"/>
          <p:cNvSpPr>
            <a:spLocks noGrp="1"/>
          </p:cNvSpPr>
          <p:nvPr/>
        </p:nvSpPr>
        <p:spPr>
          <a:xfrm>
            <a:off x="635000" y="37211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2" name="lv1-dot"/>
          <p:cNvSpPr>
            <a:spLocks noGrp="1"/>
          </p:cNvSpPr>
          <p:nvPr/>
        </p:nvSpPr>
        <p:spPr>
          <a:xfrm>
            <a:off x="381000" y="4686300"/>
            <a:ext cx="101600" cy="101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3" name="lv1-t"/>
          <p:cNvSpPr>
            <a:spLocks noGrp="1"/>
          </p:cNvSpPr>
          <p:nvPr/>
        </p:nvSpPr>
        <p:spPr>
          <a:xfrm>
            <a:off x="635000" y="45847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34" name="lv1-d"/>
          <p:cNvSpPr>
            <a:spLocks noGrp="1"/>
          </p:cNvSpPr>
          <p:nvPr/>
        </p:nvSpPr>
        <p:spPr>
          <a:xfrm>
            <a:off x="635000" y="48895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5" name="lv0-dot"/>
          <p:cNvSpPr>
            <a:spLocks noGrp="1"/>
          </p:cNvSpPr>
          <p:nvPr/>
        </p:nvSpPr>
        <p:spPr>
          <a:xfrm>
            <a:off x="5054600" y="3517900"/>
            <a:ext cx="101600" cy="1016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6" name="lv0-t"/>
          <p:cNvSpPr>
            <a:spLocks noGrp="1"/>
          </p:cNvSpPr>
          <p:nvPr/>
        </p:nvSpPr>
        <p:spPr>
          <a:xfrm>
            <a:off x="5308600" y="34163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37" name="lv0-d"/>
          <p:cNvSpPr>
            <a:spLocks noGrp="1"/>
          </p:cNvSpPr>
          <p:nvPr/>
        </p:nvSpPr>
        <p:spPr>
          <a:xfrm>
            <a:off x="5308600" y="37211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8" name="lv1-dot"/>
          <p:cNvSpPr>
            <a:spLocks noGrp="1"/>
          </p:cNvSpPr>
          <p:nvPr/>
        </p:nvSpPr>
        <p:spPr>
          <a:xfrm>
            <a:off x="5054600" y="4686300"/>
            <a:ext cx="101600" cy="1016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9" name="lv1-t"/>
          <p:cNvSpPr>
            <a:spLocks noGrp="1"/>
          </p:cNvSpPr>
          <p:nvPr/>
        </p:nvSpPr>
        <p:spPr>
          <a:xfrm>
            <a:off x="5308600" y="4584700"/>
            <a:ext cx="381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40" name="lv1-d"/>
          <p:cNvSpPr>
            <a:spLocks noGrp="1"/>
          </p:cNvSpPr>
          <p:nvPr/>
        </p:nvSpPr>
        <p:spPr>
          <a:xfrm>
            <a:off x="5308600" y="4889500"/>
            <a:ext cx="3810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41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2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成果转化路径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21 / 38</a:t>
            </a:r>
            <a:endParaRPr sz="950"/>
          </a:p>
        </p:txBody>
      </p:sp>
      <p:pic>
        <p:nvPicPr>
          <p:cNvPr id="49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td-title"/>
          <p:cNvSpPr>
            <a:spLocks noGrp="1"/>
          </p:cNvSpPr>
          <p:nvPr/>
        </p:nvSpPr>
        <p:spPr>
          <a:xfrm>
            <a:off x="381000" y="187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成果转化路径</a:t>
            </a:r>
            <a:endParaRPr sz="1150"/>
          </a:p>
        </p:txBody>
      </p:sp>
      <p:sp>
        <p:nvSpPr>
          <p:cNvPr id="10" name="td-AIGC"/>
          <p:cNvSpPr>
            <a:spLocks noGrp="1"/>
          </p:cNvSpPr>
          <p:nvPr/>
        </p:nvSpPr>
        <p:spPr>
          <a:xfrm>
            <a:off x="3810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td-AIGC-t"/>
          <p:cNvSpPr>
            <a:spLocks noGrp="1"/>
          </p:cNvSpPr>
          <p:nvPr/>
        </p:nvSpPr>
        <p:spPr>
          <a:xfrm>
            <a:off x="3810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DEMO</a:t>
            </a:r>
            <a:endParaRPr sz="1100"/>
          </a:p>
        </p:txBody>
      </p:sp>
      <p:sp>
        <p:nvSpPr>
          <p:cNvPr id="12" name="td-UE5"/>
          <p:cNvSpPr>
            <a:spLocks noGrp="1"/>
          </p:cNvSpPr>
          <p:nvPr/>
        </p:nvSpPr>
        <p:spPr>
          <a:xfrm>
            <a:off x="1447800" y="2184400"/>
            <a:ext cx="7493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td-UE5-t"/>
          <p:cNvSpPr>
            <a:spLocks noGrp="1"/>
          </p:cNvSpPr>
          <p:nvPr/>
        </p:nvSpPr>
        <p:spPr>
          <a:xfrm>
            <a:off x="1447800" y="2184400"/>
            <a:ext cx="7493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82</a:t>
            </a:r>
            <a:endParaRPr sz="11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2349500" y="2184400"/>
            <a:ext cx="10795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shape-15"/>
          <p:cNvSpPr>
            <a:spLocks noGrp="1"/>
          </p:cNvSpPr>
          <p:nvPr/>
        </p:nvSpPr>
        <p:spPr>
          <a:xfrm>
            <a:off x="2349500" y="2184400"/>
            <a:ext cx="10795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3581400" y="2184400"/>
            <a:ext cx="9144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3581400" y="2184400"/>
            <a:ext cx="9144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0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4648200" y="2184400"/>
            <a:ext cx="12446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4648200" y="2184400"/>
            <a:ext cx="12446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6045200" y="2184400"/>
            <a:ext cx="1409700" cy="330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1" name="shape-21"/>
          <p:cNvSpPr>
            <a:spLocks noGrp="1"/>
          </p:cNvSpPr>
          <p:nvPr/>
        </p:nvSpPr>
        <p:spPr>
          <a:xfrm>
            <a:off x="6045200" y="2184400"/>
            <a:ext cx="14097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22" name="ok-bar"/>
          <p:cNvSpPr>
            <a:spLocks noGrp="1"/>
          </p:cNvSpPr>
          <p:nvPr/>
        </p:nvSpPr>
        <p:spPr>
          <a:xfrm>
            <a:off x="381000" y="2997200"/>
            <a:ext cx="4318000" cy="13970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23" name="ok-chip"/>
          <p:cNvSpPr>
            <a:spLocks noGrp="1"/>
          </p:cNvSpPr>
          <p:nvPr/>
        </p:nvSpPr>
        <p:spPr>
          <a:xfrm>
            <a:off x="381000" y="2997200"/>
            <a:ext cx="4318000" cy="50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4" name="ok-t"/>
          <p:cNvSpPr>
            <a:spLocks noGrp="1"/>
          </p:cNvSpPr>
          <p:nvPr/>
        </p:nvSpPr>
        <p:spPr>
          <a:xfrm>
            <a:off x="584200" y="31496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25" name="ok-d"/>
          <p:cNvSpPr>
            <a:spLocks noGrp="1"/>
          </p:cNvSpPr>
          <p:nvPr/>
        </p:nvSpPr>
        <p:spPr>
          <a:xfrm>
            <a:off x="584200" y="34544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6" name="no-bar"/>
          <p:cNvSpPr>
            <a:spLocks noGrp="1"/>
          </p:cNvSpPr>
          <p:nvPr/>
        </p:nvSpPr>
        <p:spPr>
          <a:xfrm>
            <a:off x="4902200" y="2997200"/>
            <a:ext cx="4318000" cy="13970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27" name="no-chip"/>
          <p:cNvSpPr>
            <a:spLocks noGrp="1"/>
          </p:cNvSpPr>
          <p:nvPr/>
        </p:nvSpPr>
        <p:spPr>
          <a:xfrm>
            <a:off x="4902200" y="2997200"/>
            <a:ext cx="43180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8" name="no-t"/>
          <p:cNvSpPr>
            <a:spLocks noGrp="1"/>
          </p:cNvSpPr>
          <p:nvPr/>
        </p:nvSpPr>
        <p:spPr>
          <a:xfrm>
            <a:off x="5105400" y="3149600"/>
            <a:ext cx="3937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29" name="no-d"/>
          <p:cNvSpPr>
            <a:spLocks noGrp="1"/>
          </p:cNvSpPr>
          <p:nvPr/>
        </p:nvSpPr>
        <p:spPr>
          <a:xfrm>
            <a:off x="5105400" y="34544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0" name="conv-t"/>
          <p:cNvSpPr>
            <a:spLocks noGrp="1"/>
          </p:cNvSpPr>
          <p:nvPr/>
        </p:nvSpPr>
        <p:spPr>
          <a:xfrm>
            <a:off x="381000" y="4648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200"/>
          </a:p>
        </p:txBody>
      </p:sp>
      <p:sp>
        <p:nvSpPr>
          <p:cNvPr id="31" name="cv0"/>
          <p:cNvSpPr>
            <a:spLocks noGrp="1"/>
          </p:cNvSpPr>
          <p:nvPr/>
        </p:nvSpPr>
        <p:spPr>
          <a:xfrm>
            <a:off x="381000" y="4978400"/>
            <a:ext cx="1905000" cy="457200"/>
          </a:xfrm>
          <a:prstGeom prst="homePlate">
            <a:avLst>
              <a:gd name="adj" fmla="val 22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32" name="cv0-t"/>
          <p:cNvSpPr>
            <a:spLocks noGrp="1"/>
          </p:cNvSpPr>
          <p:nvPr/>
        </p:nvSpPr>
        <p:spPr>
          <a:xfrm>
            <a:off x="381000" y="4978400"/>
            <a:ext cx="172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50"/>
          </a:p>
        </p:txBody>
      </p:sp>
      <p:sp>
        <p:nvSpPr>
          <p:cNvPr id="33" name="cv1"/>
          <p:cNvSpPr>
            <a:spLocks noGrp="1"/>
          </p:cNvSpPr>
          <p:nvPr/>
        </p:nvSpPr>
        <p:spPr>
          <a:xfrm>
            <a:off x="2463800" y="4978400"/>
            <a:ext cx="1905000" cy="457200"/>
          </a:xfrm>
          <a:prstGeom prst="homePlate">
            <a:avLst>
              <a:gd name="adj" fmla="val 22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34" name="cv1-t"/>
          <p:cNvSpPr>
            <a:spLocks noGrp="1"/>
          </p:cNvSpPr>
          <p:nvPr/>
        </p:nvSpPr>
        <p:spPr>
          <a:xfrm>
            <a:off x="2463800" y="4978400"/>
            <a:ext cx="172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50"/>
          </a:p>
        </p:txBody>
      </p:sp>
      <p:sp>
        <p:nvSpPr>
          <p:cNvPr id="35" name="cv2"/>
          <p:cNvSpPr>
            <a:spLocks noGrp="1"/>
          </p:cNvSpPr>
          <p:nvPr/>
        </p:nvSpPr>
        <p:spPr>
          <a:xfrm>
            <a:off x="4546600" y="4978400"/>
            <a:ext cx="1905000" cy="457200"/>
          </a:xfrm>
          <a:prstGeom prst="homePlate">
            <a:avLst>
              <a:gd name="adj" fmla="val 22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36" name="cv2-t"/>
          <p:cNvSpPr>
            <a:spLocks noGrp="1"/>
          </p:cNvSpPr>
          <p:nvPr/>
        </p:nvSpPr>
        <p:spPr>
          <a:xfrm>
            <a:off x="4546600" y="4978400"/>
            <a:ext cx="17272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50"/>
          </a:p>
        </p:txBody>
      </p:sp>
      <p:sp>
        <p:nvSpPr>
          <p:cNvPr id="37" name="cv3"/>
          <p:cNvSpPr>
            <a:spLocks noGrp="1"/>
          </p:cNvSpPr>
          <p:nvPr/>
        </p:nvSpPr>
        <p:spPr>
          <a:xfrm>
            <a:off x="6629400" y="4978400"/>
            <a:ext cx="2184400" cy="457200"/>
          </a:xfrm>
          <a:prstGeom prst="homePlate">
            <a:avLst>
              <a:gd name="adj" fmla="val 22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38" name="cv3-t"/>
          <p:cNvSpPr>
            <a:spLocks noGrp="1"/>
          </p:cNvSpPr>
          <p:nvPr/>
        </p:nvSpPr>
        <p:spPr>
          <a:xfrm>
            <a:off x="6629400" y="4978400"/>
            <a:ext cx="20066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39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0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0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特色方向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22 / 38</a:t>
            </a:r>
            <a:endParaRPr sz="950"/>
          </a:p>
        </p:txBody>
      </p:sp>
      <p:pic>
        <p:nvPicPr>
          <p:cNvPr id="36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run-h"/>
          <p:cNvSpPr>
            <a:spLocks noGrp="1"/>
          </p:cNvSpPr>
          <p:nvPr/>
        </p:nvSpPr>
        <p:spPr>
          <a:xfrm>
            <a:off x="381000" y="18796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0" name="shape-10"/>
          <p:cNvSpPr>
            <a:spLocks noGrp="1"/>
          </p:cNvSpPr>
          <p:nvPr/>
        </p:nvSpPr>
        <p:spPr>
          <a:xfrm>
            <a:off x="381000" y="231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9" y="5"/>
                </a:moveTo>
                <a:cubicBezTo>
                  <a:pt x="249" y="-2"/>
                  <a:pt x="263" y="-2"/>
                  <a:pt x="273" y="5"/>
                </a:cubicBezTo>
                <a:lnTo>
                  <a:pt x="497" y="149"/>
                </a:lnTo>
                <a:cubicBezTo>
                  <a:pt x="509" y="157"/>
                  <a:pt x="515" y="171"/>
                  <a:pt x="511" y="185"/>
                </a:cubicBezTo>
                <a:cubicBezTo>
                  <a:pt x="507" y="199"/>
                  <a:pt x="494" y="208"/>
                  <a:pt x="480" y="208"/>
                </a:cubicBezTo>
                <a:lnTo>
                  <a:pt x="448" y="208"/>
                </a:lnTo>
                <a:lnTo>
                  <a:pt x="448" y="416"/>
                </a:lnTo>
                <a:lnTo>
                  <a:pt x="499" y="454"/>
                </a:lnTo>
                <a:cubicBezTo>
                  <a:pt x="507" y="460"/>
                  <a:pt x="512" y="470"/>
                  <a:pt x="512" y="480"/>
                </a:cubicBezTo>
                <a:cubicBezTo>
                  <a:pt x="512" y="498"/>
                  <a:pt x="498" y="512"/>
                  <a:pt x="480" y="512"/>
                </a:cubicBezTo>
                <a:lnTo>
                  <a:pt x="32" y="512"/>
                </a:lnTo>
                <a:cubicBezTo>
                  <a:pt x="14" y="512"/>
                  <a:pt x="0" y="498"/>
                  <a:pt x="0" y="480"/>
                </a:cubicBezTo>
                <a:cubicBezTo>
                  <a:pt x="0" y="470"/>
                  <a:pt x="5" y="460"/>
                  <a:pt x="13" y="454"/>
                </a:cubicBezTo>
                <a:lnTo>
                  <a:pt x="64" y="416"/>
                </a:lnTo>
                <a:lnTo>
                  <a:pt x="64" y="416"/>
                </a:lnTo>
                <a:lnTo>
                  <a:pt x="64" y="208"/>
                </a:lnTo>
                <a:lnTo>
                  <a:pt x="32" y="208"/>
                </a:lnTo>
                <a:cubicBezTo>
                  <a:pt x="18" y="208"/>
                  <a:pt x="5" y="199"/>
                  <a:pt x="1" y="185"/>
                </a:cubicBezTo>
                <a:cubicBezTo>
                  <a:pt x="-3" y="171"/>
                  <a:pt x="3" y="157"/>
                  <a:pt x="15" y="149"/>
                </a:cubicBezTo>
                <a:lnTo>
                  <a:pt x="239" y="5"/>
                </a:lnTo>
                <a:close/>
                <a:moveTo>
                  <a:pt x="336" y="208"/>
                </a:moveTo>
                <a:lnTo>
                  <a:pt x="336" y="416"/>
                </a:lnTo>
                <a:lnTo>
                  <a:pt x="400" y="416"/>
                </a:lnTo>
                <a:lnTo>
                  <a:pt x="400" y="208"/>
                </a:lnTo>
                <a:lnTo>
                  <a:pt x="336" y="208"/>
                </a:lnTo>
                <a:close/>
                <a:moveTo>
                  <a:pt x="224" y="416"/>
                </a:moveTo>
                <a:lnTo>
                  <a:pt x="288" y="416"/>
                </a:lnTo>
                <a:lnTo>
                  <a:pt x="288" y="208"/>
                </a:lnTo>
                <a:lnTo>
                  <a:pt x="224" y="208"/>
                </a:lnTo>
                <a:lnTo>
                  <a:pt x="224" y="416"/>
                </a:lnTo>
                <a:close/>
                <a:moveTo>
                  <a:pt x="112" y="208"/>
                </a:moveTo>
                <a:lnTo>
                  <a:pt x="112" y="416"/>
                </a:lnTo>
                <a:lnTo>
                  <a:pt x="176" y="416"/>
                </a:lnTo>
                <a:lnTo>
                  <a:pt x="176" y="208"/>
                </a:lnTo>
                <a:lnTo>
                  <a:pt x="112" y="208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1" name="shape-11"/>
          <p:cNvSpPr>
            <a:spLocks noGrp="1"/>
          </p:cNvSpPr>
          <p:nvPr/>
        </p:nvSpPr>
        <p:spPr>
          <a:xfrm>
            <a:off x="381000" y="2794000"/>
            <a:ext cx="276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12" name="shape-12"/>
          <p:cNvSpPr>
            <a:spLocks noGrp="1"/>
          </p:cNvSpPr>
          <p:nvPr/>
        </p:nvSpPr>
        <p:spPr>
          <a:xfrm>
            <a:off x="381000" y="3175000"/>
            <a:ext cx="27686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381000" y="3352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3479800" y="231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192" y="64"/>
                </a:moveTo>
                <a:cubicBezTo>
                  <a:pt x="192" y="29"/>
                  <a:pt x="221" y="0"/>
                  <a:pt x="256" y="0"/>
                </a:cubicBezTo>
                <a:lnTo>
                  <a:pt x="576" y="0"/>
                </a:lnTo>
                <a:cubicBezTo>
                  <a:pt x="611" y="0"/>
                  <a:pt x="640" y="29"/>
                  <a:pt x="640" y="64"/>
                </a:cubicBezTo>
                <a:lnTo>
                  <a:pt x="640" y="288"/>
                </a:lnTo>
                <a:cubicBezTo>
                  <a:pt x="640" y="323"/>
                  <a:pt x="611" y="352"/>
                  <a:pt x="576" y="352"/>
                </a:cubicBezTo>
                <a:lnTo>
                  <a:pt x="256" y="352"/>
                </a:lnTo>
                <a:cubicBezTo>
                  <a:pt x="221" y="352"/>
                  <a:pt x="192" y="323"/>
                  <a:pt x="192" y="288"/>
                </a:cubicBezTo>
                <a:lnTo>
                  <a:pt x="192" y="64"/>
                </a:lnTo>
                <a:close/>
                <a:moveTo>
                  <a:pt x="320" y="96"/>
                </a:moveTo>
                <a:cubicBezTo>
                  <a:pt x="320" y="78"/>
                  <a:pt x="306" y="64"/>
                  <a:pt x="288" y="64"/>
                </a:cubicBezTo>
                <a:cubicBezTo>
                  <a:pt x="270" y="64"/>
                  <a:pt x="256" y="78"/>
                  <a:pt x="256" y="96"/>
                </a:cubicBezTo>
                <a:cubicBezTo>
                  <a:pt x="256" y="114"/>
                  <a:pt x="270" y="128"/>
                  <a:pt x="288" y="128"/>
                </a:cubicBezTo>
                <a:cubicBezTo>
                  <a:pt x="306" y="128"/>
                  <a:pt x="320" y="114"/>
                  <a:pt x="320" y="96"/>
                </a:cubicBezTo>
                <a:close/>
                <a:moveTo>
                  <a:pt x="477" y="108"/>
                </a:moveTo>
                <a:cubicBezTo>
                  <a:pt x="472" y="100"/>
                  <a:pt x="464" y="96"/>
                  <a:pt x="456" y="96"/>
                </a:cubicBezTo>
                <a:cubicBezTo>
                  <a:pt x="448" y="96"/>
                  <a:pt x="440" y="100"/>
                  <a:pt x="436" y="108"/>
                </a:cubicBezTo>
                <a:lnTo>
                  <a:pt x="382" y="196"/>
                </a:lnTo>
                <a:lnTo>
                  <a:pt x="364" y="170"/>
                </a:lnTo>
                <a:cubicBezTo>
                  <a:pt x="359" y="164"/>
                  <a:pt x="352" y="160"/>
                  <a:pt x="344" y="160"/>
                </a:cubicBezTo>
                <a:cubicBezTo>
                  <a:pt x="336" y="160"/>
                  <a:pt x="329" y="164"/>
                  <a:pt x="324" y="170"/>
                </a:cubicBezTo>
                <a:lnTo>
                  <a:pt x="268" y="250"/>
                </a:lnTo>
                <a:cubicBezTo>
                  <a:pt x="263" y="258"/>
                  <a:pt x="262" y="267"/>
                  <a:pt x="267" y="275"/>
                </a:cubicBezTo>
                <a:cubicBezTo>
                  <a:pt x="271" y="283"/>
                  <a:pt x="279" y="288"/>
                  <a:pt x="288" y="288"/>
                </a:cubicBezTo>
                <a:lnTo>
                  <a:pt x="544" y="288"/>
                </a:lnTo>
                <a:cubicBezTo>
                  <a:pt x="553" y="288"/>
                  <a:pt x="561" y="283"/>
                  <a:pt x="565" y="276"/>
                </a:cubicBezTo>
                <a:cubicBezTo>
                  <a:pt x="569" y="268"/>
                  <a:pt x="569" y="259"/>
                  <a:pt x="564" y="251"/>
                </a:cubicBezTo>
                <a:lnTo>
                  <a:pt x="476" y="107"/>
                </a:lnTo>
                <a:close/>
              </a:path>
              <a:path w="640" h="512">
                <a:moveTo>
                  <a:pt x="144" y="128"/>
                </a:moveTo>
                <a:lnTo>
                  <a:pt x="144" y="288"/>
                </a:lnTo>
                <a:cubicBezTo>
                  <a:pt x="144" y="350"/>
                  <a:pt x="194" y="400"/>
                  <a:pt x="256" y="400"/>
                </a:cubicBezTo>
                <a:lnTo>
                  <a:pt x="448" y="400"/>
                </a:ln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192"/>
                </a:lnTo>
                <a:cubicBezTo>
                  <a:pt x="0" y="157"/>
                  <a:pt x="29" y="128"/>
                  <a:pt x="64" y="128"/>
                </a:cubicBezTo>
                <a:lnTo>
                  <a:pt x="144" y="128"/>
                </a:lnTo>
                <a:close/>
                <a:moveTo>
                  <a:pt x="52" y="196"/>
                </a:moveTo>
                <a:lnTo>
                  <a:pt x="52" y="220"/>
                </a:lnTo>
                <a:cubicBezTo>
                  <a:pt x="52" y="229"/>
                  <a:pt x="59" y="236"/>
                  <a:pt x="68" y="236"/>
                </a:cubicBezTo>
                <a:lnTo>
                  <a:pt x="92" y="236"/>
                </a:lnTo>
                <a:cubicBezTo>
                  <a:pt x="101" y="236"/>
                  <a:pt x="108" y="229"/>
                  <a:pt x="108" y="220"/>
                </a:cubicBezTo>
                <a:lnTo>
                  <a:pt x="108" y="196"/>
                </a:lnTo>
                <a:cubicBezTo>
                  <a:pt x="108" y="187"/>
                  <a:pt x="101" y="180"/>
                  <a:pt x="92" y="180"/>
                </a:cubicBezTo>
                <a:lnTo>
                  <a:pt x="68" y="180"/>
                </a:lnTo>
                <a:cubicBezTo>
                  <a:pt x="59" y="180"/>
                  <a:pt x="52" y="187"/>
                  <a:pt x="52" y="196"/>
                </a:cubicBezTo>
                <a:close/>
                <a:moveTo>
                  <a:pt x="68" y="276"/>
                </a:moveTo>
                <a:cubicBezTo>
                  <a:pt x="59" y="276"/>
                  <a:pt x="52" y="283"/>
                  <a:pt x="52" y="292"/>
                </a:cubicBezTo>
                <a:lnTo>
                  <a:pt x="52" y="316"/>
                </a:lnTo>
                <a:cubicBezTo>
                  <a:pt x="52" y="325"/>
                  <a:pt x="59" y="332"/>
                  <a:pt x="68" y="332"/>
                </a:cubicBezTo>
                <a:lnTo>
                  <a:pt x="92" y="332"/>
                </a:lnTo>
                <a:cubicBezTo>
                  <a:pt x="101" y="332"/>
                  <a:pt x="108" y="325"/>
                  <a:pt x="108" y="316"/>
                </a:cubicBezTo>
                <a:lnTo>
                  <a:pt x="108" y="292"/>
                </a:lnTo>
                <a:cubicBezTo>
                  <a:pt x="108" y="283"/>
                  <a:pt x="101" y="276"/>
                  <a:pt x="92" y="276"/>
                </a:cubicBezTo>
                <a:lnTo>
                  <a:pt x="68" y="276"/>
                </a:lnTo>
                <a:close/>
                <a:moveTo>
                  <a:pt x="68" y="372"/>
                </a:moveTo>
                <a:cubicBezTo>
                  <a:pt x="59" y="372"/>
                  <a:pt x="52" y="379"/>
                  <a:pt x="52" y="388"/>
                </a:cubicBezTo>
                <a:lnTo>
                  <a:pt x="52" y="412"/>
                </a:lnTo>
                <a:cubicBezTo>
                  <a:pt x="52" y="421"/>
                  <a:pt x="59" y="428"/>
                  <a:pt x="68" y="428"/>
                </a:cubicBezTo>
                <a:lnTo>
                  <a:pt x="92" y="428"/>
                </a:lnTo>
                <a:cubicBezTo>
                  <a:pt x="101" y="428"/>
                  <a:pt x="108" y="421"/>
                  <a:pt x="108" y="412"/>
                </a:cubicBezTo>
                <a:lnTo>
                  <a:pt x="108" y="388"/>
                </a:lnTo>
                <a:cubicBezTo>
                  <a:pt x="108" y="379"/>
                  <a:pt x="101" y="372"/>
                  <a:pt x="92" y="372"/>
                </a:cubicBezTo>
                <a:lnTo>
                  <a:pt x="68" y="372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5" name="shape-15"/>
          <p:cNvSpPr>
            <a:spLocks noGrp="1"/>
          </p:cNvSpPr>
          <p:nvPr/>
        </p:nvSpPr>
        <p:spPr>
          <a:xfrm>
            <a:off x="3479800" y="2794000"/>
            <a:ext cx="276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3479800" y="3175000"/>
            <a:ext cx="27686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3479800" y="3352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6578600" y="2311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5" y="93"/>
                </a:moveTo>
                <a:cubicBezTo>
                  <a:pt x="249" y="136"/>
                  <a:pt x="234" y="179"/>
                  <a:pt x="202" y="190"/>
                </a:cubicBezTo>
                <a:cubicBezTo>
                  <a:pt x="170" y="200"/>
                  <a:pt x="132" y="174"/>
                  <a:pt x="118" y="131"/>
                </a:cubicBezTo>
                <a:cubicBezTo>
                  <a:pt x="103" y="88"/>
                  <a:pt x="118" y="45"/>
                  <a:pt x="150" y="34"/>
                </a:cubicBezTo>
                <a:cubicBezTo>
                  <a:pt x="182" y="24"/>
                  <a:pt x="220" y="50"/>
                  <a:pt x="235" y="93"/>
                </a:cubicBezTo>
                <a:close/>
              </a:path>
              <a:path w="512" h="512">
                <a:moveTo>
                  <a:pt x="100" y="199"/>
                </a:moveTo>
                <a:cubicBezTo>
                  <a:pt x="119" y="231"/>
                  <a:pt x="115" y="269"/>
                  <a:pt x="90" y="283"/>
                </a:cubicBezTo>
                <a:cubicBezTo>
                  <a:pt x="66" y="297"/>
                  <a:pt x="31" y="282"/>
                  <a:pt x="12" y="249"/>
                </a:cubicBezTo>
                <a:cubicBezTo>
                  <a:pt x="-7" y="217"/>
                  <a:pt x="-3" y="179"/>
                  <a:pt x="22" y="165"/>
                </a:cubicBezTo>
                <a:cubicBezTo>
                  <a:pt x="46" y="151"/>
                  <a:pt x="82" y="166"/>
                  <a:pt x="100" y="199"/>
                </a:cubicBezTo>
                <a:close/>
              </a:path>
              <a:path w="512" h="512">
                <a:moveTo>
                  <a:pt x="69" y="401"/>
                </a:moveTo>
                <a:cubicBezTo>
                  <a:pt x="122" y="260"/>
                  <a:pt x="215" y="224"/>
                  <a:pt x="256" y="224"/>
                </a:cubicBezTo>
                <a:cubicBezTo>
                  <a:pt x="297" y="224"/>
                  <a:pt x="390" y="260"/>
                  <a:pt x="443" y="401"/>
                </a:cubicBezTo>
                <a:cubicBezTo>
                  <a:pt x="446" y="411"/>
                  <a:pt x="448" y="421"/>
                  <a:pt x="448" y="432"/>
                </a:cubicBezTo>
                <a:lnTo>
                  <a:pt x="448" y="433"/>
                </a:lnTo>
                <a:cubicBezTo>
                  <a:pt x="448" y="459"/>
                  <a:pt x="427" y="480"/>
                  <a:pt x="401" y="480"/>
                </a:cubicBezTo>
                <a:cubicBezTo>
                  <a:pt x="390" y="480"/>
                  <a:pt x="378" y="479"/>
                  <a:pt x="367" y="476"/>
                </a:cubicBezTo>
                <a:lnTo>
                  <a:pt x="279" y="454"/>
                </a:lnTo>
                <a:cubicBezTo>
                  <a:pt x="264" y="450"/>
                  <a:pt x="248" y="450"/>
                  <a:pt x="233" y="454"/>
                </a:cubicBezTo>
                <a:lnTo>
                  <a:pt x="145" y="476"/>
                </a:lnTo>
                <a:cubicBezTo>
                  <a:pt x="134" y="479"/>
                  <a:pt x="122" y="480"/>
                  <a:pt x="111" y="480"/>
                </a:cubicBezTo>
                <a:cubicBezTo>
                  <a:pt x="85" y="480"/>
                  <a:pt x="64" y="459"/>
                  <a:pt x="64" y="433"/>
                </a:cubicBezTo>
                <a:lnTo>
                  <a:pt x="64" y="432"/>
                </a:lnTo>
                <a:cubicBezTo>
                  <a:pt x="64" y="421"/>
                  <a:pt x="66" y="411"/>
                  <a:pt x="69" y="401"/>
                </a:cubicBezTo>
                <a:close/>
              </a:path>
              <a:path w="512" h="512">
                <a:moveTo>
                  <a:pt x="422" y="283"/>
                </a:moveTo>
                <a:cubicBezTo>
                  <a:pt x="397" y="269"/>
                  <a:pt x="393" y="231"/>
                  <a:pt x="412" y="199"/>
                </a:cubicBezTo>
                <a:cubicBezTo>
                  <a:pt x="431" y="166"/>
                  <a:pt x="466" y="151"/>
                  <a:pt x="490" y="165"/>
                </a:cubicBezTo>
                <a:cubicBezTo>
                  <a:pt x="515" y="179"/>
                  <a:pt x="519" y="217"/>
                  <a:pt x="500" y="249"/>
                </a:cubicBezTo>
                <a:cubicBezTo>
                  <a:pt x="481" y="282"/>
                  <a:pt x="446" y="297"/>
                  <a:pt x="422" y="283"/>
                </a:cubicBezTo>
                <a:close/>
              </a:path>
              <a:path w="512" h="512">
                <a:moveTo>
                  <a:pt x="310" y="190"/>
                </a:moveTo>
                <a:cubicBezTo>
                  <a:pt x="278" y="179"/>
                  <a:pt x="263" y="136"/>
                  <a:pt x="278" y="93"/>
                </a:cubicBezTo>
                <a:cubicBezTo>
                  <a:pt x="292" y="50"/>
                  <a:pt x="330" y="24"/>
                  <a:pt x="362" y="34"/>
                </a:cubicBezTo>
                <a:cubicBezTo>
                  <a:pt x="394" y="45"/>
                  <a:pt x="409" y="88"/>
                  <a:pt x="395" y="131"/>
                </a:cubicBezTo>
                <a:cubicBezTo>
                  <a:pt x="380" y="174"/>
                  <a:pt x="342" y="200"/>
                  <a:pt x="310" y="190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6578600" y="2794000"/>
            <a:ext cx="2768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6578600" y="3175000"/>
            <a:ext cx="27686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shape-21"/>
          <p:cNvSpPr>
            <a:spLocks noGrp="1"/>
          </p:cNvSpPr>
          <p:nvPr/>
        </p:nvSpPr>
        <p:spPr>
          <a:xfrm>
            <a:off x="6578600" y="3352800"/>
            <a:ext cx="27686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2" name="pet-box"/>
          <p:cNvSpPr>
            <a:spLocks noGrp="1"/>
          </p:cNvSpPr>
          <p:nvPr/>
        </p:nvSpPr>
        <p:spPr>
          <a:xfrm>
            <a:off x="381000" y="4368800"/>
            <a:ext cx="8966200" cy="14224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23" name="pet-chip"/>
          <p:cNvSpPr>
            <a:spLocks noGrp="1"/>
          </p:cNvSpPr>
          <p:nvPr/>
        </p:nvSpPr>
        <p:spPr>
          <a:xfrm>
            <a:off x="381000" y="4368800"/>
            <a:ext cx="76200" cy="1422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4" name="pet-t"/>
          <p:cNvSpPr>
            <a:spLocks noGrp="1"/>
          </p:cNvSpPr>
          <p:nvPr/>
        </p:nvSpPr>
        <p:spPr>
          <a:xfrm>
            <a:off x="685800" y="4546600"/>
            <a:ext cx="838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00"/>
          </a:p>
        </p:txBody>
      </p:sp>
      <p:sp>
        <p:nvSpPr>
          <p:cNvPr id="25" name="pet-d"/>
          <p:cNvSpPr>
            <a:spLocks noGrp="1"/>
          </p:cNvSpPr>
          <p:nvPr/>
        </p:nvSpPr>
        <p:spPr>
          <a:xfrm>
            <a:off x="685800" y="485140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</a:t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事实与结论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endParaRPr sz="1150"/>
          </a:p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</a:t>
            </a: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项目事实与结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论</a:t>
            </a:r>
            <a:endParaRPr sz="1150"/>
          </a:p>
        </p:txBody>
      </p:sp>
      <p:sp>
        <p:nvSpPr>
          <p:cNvPr id="2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核心判断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23 / 38</a:t>
            </a:r>
            <a:endParaRPr sz="950"/>
          </a:p>
        </p:txBody>
      </p:sp>
      <p:sp>
        <p:nvSpPr>
          <p:cNvPr id="8" name="four-t"/>
          <p:cNvSpPr>
            <a:spLocks noGrp="1"/>
          </p:cNvSpPr>
          <p:nvPr/>
        </p:nvSpPr>
        <p:spPr>
          <a:xfrm>
            <a:off x="381000" y="1905000"/>
            <a:ext cx="1143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  <p:sp>
        <p:nvSpPr>
          <p:cNvPr id="9" name="full-box"/>
          <p:cNvSpPr>
            <a:spLocks noGrp="1"/>
          </p:cNvSpPr>
          <p:nvPr/>
        </p:nvSpPr>
        <p:spPr>
          <a:xfrm>
            <a:off x="381000" y="2336800"/>
            <a:ext cx="5524500" cy="19050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10" name="full-chip"/>
          <p:cNvSpPr>
            <a:spLocks noGrp="1"/>
          </p:cNvSpPr>
          <p:nvPr/>
        </p:nvSpPr>
        <p:spPr>
          <a:xfrm>
            <a:off x="381000" y="2336800"/>
            <a:ext cx="5524500" cy="50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full-t"/>
          <p:cNvSpPr>
            <a:spLocks noGrp="1"/>
          </p:cNvSpPr>
          <p:nvPr/>
        </p:nvSpPr>
        <p:spPr>
          <a:xfrm>
            <a:off x="584200" y="2514600"/>
            <a:ext cx="5143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12" name="full-d"/>
          <p:cNvSpPr>
            <a:spLocks noGrp="1"/>
          </p:cNvSpPr>
          <p:nvPr/>
        </p:nvSpPr>
        <p:spPr>
          <a:xfrm>
            <a:off x="584200" y="2844800"/>
            <a:ext cx="51435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13" name="lack-box"/>
          <p:cNvSpPr>
            <a:spLocks noGrp="1"/>
          </p:cNvSpPr>
          <p:nvPr/>
        </p:nvSpPr>
        <p:spPr>
          <a:xfrm>
            <a:off x="6286500" y="2336800"/>
            <a:ext cx="5524500" cy="19050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14" name="lack-chip"/>
          <p:cNvSpPr>
            <a:spLocks noGrp="1"/>
          </p:cNvSpPr>
          <p:nvPr/>
        </p:nvSpPr>
        <p:spPr>
          <a:xfrm>
            <a:off x="6286500" y="2336800"/>
            <a:ext cx="55245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lack-t"/>
          <p:cNvSpPr>
            <a:spLocks noGrp="1"/>
          </p:cNvSpPr>
          <p:nvPr/>
        </p:nvSpPr>
        <p:spPr>
          <a:xfrm>
            <a:off x="6489700" y="2514600"/>
            <a:ext cx="5143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/>
          </a:p>
        </p:txBody>
      </p:sp>
      <p:sp>
        <p:nvSpPr>
          <p:cNvPr id="16" name="lack-d"/>
          <p:cNvSpPr>
            <a:spLocks noGrp="1"/>
          </p:cNvSpPr>
          <p:nvPr/>
        </p:nvSpPr>
        <p:spPr>
          <a:xfrm>
            <a:off x="6489700" y="2844800"/>
            <a:ext cx="51435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  <a:p>
            <a:pPr algn="l">
              <a:lnSpc>
                <a:spcPct val="18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17" name="sh1"/>
          <p:cNvSpPr>
            <a:spLocks noGrp="1"/>
          </p:cNvSpPr>
          <p:nvPr/>
        </p:nvSpPr>
        <p:spPr>
          <a:xfrm>
            <a:off x="381000" y="45974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5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</a:t>
            </a:r>
            <a:r>
              <a:rPr sz="13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本期</a:t>
            </a:r>
            <a:r>
              <a:rPr sz="15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内容</a:t>
            </a:r>
            <a:endParaRPr sz="1600"/>
          </a:p>
        </p:txBody>
      </p:sp>
      <p:sp>
        <p:nvSpPr>
          <p:cNvPr id="18" name="sh2"/>
          <p:cNvSpPr>
            <a:spLocks noGrp="1"/>
          </p:cNvSpPr>
          <p:nvPr/>
        </p:nvSpPr>
        <p:spPr>
          <a:xfrm>
            <a:off x="381000" y="5080000"/>
            <a:ext cx="11430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5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</a:t>
            </a:r>
            <a:r>
              <a:rPr sz="13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本期</a:t>
            </a:r>
            <a:r>
              <a:rPr sz="15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内容</a:t>
            </a:r>
            <a:endParaRPr sz="1600"/>
          </a:p>
        </p:txBody>
      </p:sp>
      <p:sp>
        <p:nvSpPr>
          <p:cNvPr id="19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0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1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成果示例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24 / 38</a:t>
            </a:r>
            <a:endParaRPr sz="950"/>
          </a:p>
        </p:txBody>
      </p:sp>
      <p:pic>
        <p:nvPicPr>
          <p:cNvPr id="43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intro"/>
          <p:cNvSpPr>
            <a:spLocks noGrp="1"/>
          </p:cNvSpPr>
          <p:nvPr/>
        </p:nvSpPr>
        <p:spPr>
          <a:xfrm>
            <a:off x="381000" y="1828800"/>
            <a:ext cx="8966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</a:t>
            </a:r>
            <a:r>
              <a:rPr sz="11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目背景、事</a:t>
            </a:r>
            <a:r>
              <a:rPr sz="11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实依据和后续安排。</a:t>
            </a:r>
            <a:endParaRPr sz="1150"/>
          </a:p>
        </p:txBody>
      </p:sp>
      <p:sp>
        <p:nvSpPr>
          <p:cNvPr id="10" name="of1-bg"/>
          <p:cNvSpPr>
            <a:spLocks noGrp="1"/>
          </p:cNvSpPr>
          <p:nvPr/>
        </p:nvSpPr>
        <p:spPr>
          <a:xfrm>
            <a:off x="381000" y="2438400"/>
            <a:ext cx="18034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>
            <a:outerShdw blurRad="152400" dist="50800" dir="5400000" algn="bl" rotWithShape="0">
              <a:srgbClr val="16305C">
                <a:alpha val="10196"/>
              </a:srgbClr>
            </a:outerShdw>
          </a:effectLst>
        </p:spPr>
      </p:sp>
      <p:sp>
        <p:nvSpPr>
          <p:cNvPr id="12" name="of1-chip"/>
          <p:cNvSpPr>
            <a:spLocks noGrp="1"/>
          </p:cNvSpPr>
          <p:nvPr/>
        </p:nvSpPr>
        <p:spPr>
          <a:xfrm>
            <a:off x="381000" y="5054600"/>
            <a:ext cx="1803400" cy="736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of1-t"/>
          <p:cNvSpPr>
            <a:spLocks noGrp="1"/>
          </p:cNvSpPr>
          <p:nvPr/>
        </p:nvSpPr>
        <p:spPr>
          <a:xfrm>
            <a:off x="533400" y="5054600"/>
            <a:ext cx="1549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90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填写本期内容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12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600"/>
          </a:p>
        </p:txBody>
      </p:sp>
      <p:sp>
        <p:nvSpPr>
          <p:cNvPr id="14" name="of2-bg"/>
          <p:cNvSpPr>
            <a:spLocks noGrp="1"/>
          </p:cNvSpPr>
          <p:nvPr/>
        </p:nvSpPr>
        <p:spPr>
          <a:xfrm>
            <a:off x="2387600" y="2438400"/>
            <a:ext cx="18034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>
            <a:outerShdw blurRad="152400" dist="50800" dir="5400000" algn="bl" rotWithShape="0">
              <a:srgbClr val="16305C">
                <a:alpha val="10196"/>
              </a:srgbClr>
            </a:outerShdw>
          </a:effectLst>
        </p:spPr>
      </p:sp>
      <p:pic>
        <p:nvPicPr>
          <p:cNvPr id="49" name="of2-img"/>
          <p:cNvPicPr>
            <a:picLocks noChangeAspect="1"/>
          </p:cNvPicPr>
          <p:nvPr/>
        </p:nvPicPr>
        <p:blipFill>
          <a:blip r:embed="rId3"/>
          <a:srcRect l="-5983" r="-5983"/>
          <a:stretch>
            <a:fillRect/>
          </a:stretch>
        </p:blipFill>
        <p:spPr>
          <a:xfrm>
            <a:off x="2463800" y="2514600"/>
            <a:ext cx="1651000" cy="2387600"/>
          </a:xfrm>
          <a:prstGeom prst="rect">
            <a:avLst/>
          </a:prstGeom>
          <a:ln>
            <a:noFill/>
          </a:ln>
        </p:spPr>
      </p:pic>
      <p:sp>
        <p:nvSpPr>
          <p:cNvPr id="16" name="of2-chip"/>
          <p:cNvSpPr>
            <a:spLocks noGrp="1"/>
          </p:cNvSpPr>
          <p:nvPr/>
        </p:nvSpPr>
        <p:spPr>
          <a:xfrm>
            <a:off x="2387600" y="5054600"/>
            <a:ext cx="1803400" cy="736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7" name="of2-t"/>
          <p:cNvSpPr>
            <a:spLocks noGrp="1"/>
          </p:cNvSpPr>
          <p:nvPr/>
        </p:nvSpPr>
        <p:spPr>
          <a:xfrm>
            <a:off x="2540000" y="5054600"/>
            <a:ext cx="1549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</a:t>
            </a:r>
            <a:r>
              <a:rPr sz="90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写本期内容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12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18" name="of3-bg"/>
          <p:cNvSpPr>
            <a:spLocks noGrp="1"/>
          </p:cNvSpPr>
          <p:nvPr/>
        </p:nvSpPr>
        <p:spPr>
          <a:xfrm>
            <a:off x="4394200" y="2438400"/>
            <a:ext cx="1803400" cy="25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1"/>
            </a:solidFill>
          </a:ln>
          <a:effectLst>
            <a:outerShdw blurRad="152400" dist="50800" dir="5400000" algn="bl" rotWithShape="0">
              <a:srgbClr val="16305C">
                <a:alpha val="10196"/>
              </a:srgbClr>
            </a:outerShdw>
          </a:effectLst>
        </p:spPr>
      </p:sp>
      <p:pic>
        <p:nvPicPr>
          <p:cNvPr id="53" name="of3-img"/>
          <p:cNvPicPr>
            <a:picLocks noChangeAspect="1"/>
          </p:cNvPicPr>
          <p:nvPr/>
        </p:nvPicPr>
        <p:blipFill>
          <a:blip r:embed="rId4"/>
          <a:srcRect l="-6901" r="-6901"/>
          <a:stretch>
            <a:fillRect/>
          </a:stretch>
        </p:blipFill>
        <p:spPr>
          <a:xfrm>
            <a:off x="457200" y="2514600"/>
            <a:ext cx="1651000" cy="2387600"/>
          </a:xfrm>
          <a:prstGeom prst="rect">
            <a:avLst/>
          </a:prstGeom>
          <a:ln>
            <a:noFill/>
          </a:ln>
        </p:spPr>
      </p:pic>
      <p:sp>
        <p:nvSpPr>
          <p:cNvPr id="20" name="of3-chip"/>
          <p:cNvSpPr>
            <a:spLocks noGrp="1"/>
          </p:cNvSpPr>
          <p:nvPr/>
        </p:nvSpPr>
        <p:spPr>
          <a:xfrm>
            <a:off x="4394200" y="5054600"/>
            <a:ext cx="1803400" cy="736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1" name="of3-t"/>
          <p:cNvSpPr>
            <a:spLocks noGrp="1"/>
          </p:cNvSpPr>
          <p:nvPr/>
        </p:nvSpPr>
        <p:spPr>
          <a:xfrm>
            <a:off x="4546600" y="5054600"/>
            <a:ext cx="1549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</a:t>
            </a:r>
            <a:r>
              <a:rPr sz="900">
                <a:solidFill>
                  <a:srgbClr val="FFFFFF">
                    <a:alpha val="6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写本期内容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12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22" name="chain-title"/>
          <p:cNvSpPr>
            <a:spLocks noGrp="1"/>
          </p:cNvSpPr>
          <p:nvPr/>
        </p:nvSpPr>
        <p:spPr>
          <a:xfrm>
            <a:off x="6654800" y="2438400"/>
            <a:ext cx="26924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成果示例</a:t>
            </a:r>
            <a:endParaRPr sz="1150"/>
          </a:p>
        </p:txBody>
      </p:sp>
      <p:sp>
        <p:nvSpPr>
          <p:cNvPr id="23" name="chain"/>
          <p:cNvSpPr>
            <a:spLocks noGrp="1"/>
          </p:cNvSpPr>
          <p:nvPr/>
        </p:nvSpPr>
        <p:spPr>
          <a:xfrm>
            <a:off x="6654800" y="2717800"/>
            <a:ext cx="2692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填写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本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期</a:t>
            </a: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内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容</a:t>
            </a:r>
            <a:endParaRPr sz="1100"/>
          </a:p>
        </p:txBody>
      </p:sp>
      <p:sp>
        <p:nvSpPr>
          <p:cNvPr id="24" name="chain-d"/>
          <p:cNvSpPr>
            <a:spLocks noGrp="1"/>
          </p:cNvSpPr>
          <p:nvPr/>
        </p:nvSpPr>
        <p:spPr>
          <a:xfrm>
            <a:off x="6654800" y="3073400"/>
            <a:ext cx="2692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0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50"/>
          </a:p>
        </p:txBody>
      </p:sp>
      <p:sp>
        <p:nvSpPr>
          <p:cNvPr id="25" name="gap-box"/>
          <p:cNvSpPr>
            <a:spLocks noGrp="1"/>
          </p:cNvSpPr>
          <p:nvPr/>
        </p:nvSpPr>
        <p:spPr>
          <a:xfrm>
            <a:off x="6654800" y="4318000"/>
            <a:ext cx="2692400" cy="14732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26" name="gap-chip"/>
          <p:cNvSpPr>
            <a:spLocks noGrp="1"/>
          </p:cNvSpPr>
          <p:nvPr/>
        </p:nvSpPr>
        <p:spPr>
          <a:xfrm>
            <a:off x="6654800" y="4318000"/>
            <a:ext cx="50800" cy="14732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7" name="gap-t"/>
          <p:cNvSpPr>
            <a:spLocks noGrp="1"/>
          </p:cNvSpPr>
          <p:nvPr/>
        </p:nvSpPr>
        <p:spPr>
          <a:xfrm>
            <a:off x="6883400" y="44450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150"/>
          </a:p>
        </p:txBody>
      </p:sp>
      <p:sp>
        <p:nvSpPr>
          <p:cNvPr id="28" name="gap-d"/>
          <p:cNvSpPr>
            <a:spLocks noGrp="1"/>
          </p:cNvSpPr>
          <p:nvPr/>
        </p:nvSpPr>
        <p:spPr>
          <a:xfrm>
            <a:off x="6883400" y="4724400"/>
            <a:ext cx="2286000" cy="939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0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50"/>
          </a:p>
        </p:txBody>
      </p:sp>
      <p:sp>
        <p:nvSpPr>
          <p:cNvPr id="29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0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31" name="next-hint"/>
          <p:cNvSpPr>
            <a:spLocks noGrp="1"/>
          </p:cNvSpPr>
          <p:nvPr/>
        </p:nvSpPr>
        <p:spPr>
          <a:xfrm>
            <a:off x="4826000" y="6426200"/>
            <a:ext cx="45212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  <p:pic>
        <p:nvPicPr>
          <p:cNvPr id="66" name="of1-img"/>
          <p:cNvPicPr>
            <a:picLocks noChangeAspect="1"/>
          </p:cNvPicPr>
          <p:nvPr/>
        </p:nvPicPr>
        <p:blipFill>
          <a:blip r:embed="rId5"/>
          <a:srcRect t="-2595" b="-2595"/>
          <a:stretch>
            <a:fillRect/>
          </a:stretch>
        </p:blipFill>
        <p:spPr>
          <a:xfrm>
            <a:off x="4470400" y="2590800"/>
            <a:ext cx="1651000" cy="23876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pic>
        <p:nvPicPr>
          <p:cNvPr id="1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00" y="0"/>
            <a:ext cx="4318000" cy="6858000"/>
          </a:xfrm>
          <a:prstGeom prst="rect">
            <a:avLst/>
          </a:prstGeom>
        </p:spPr>
      </p:pic>
      <p:sp>
        <p:nvSpPr>
          <p:cNvPr id="4" name="TextBox 3"/>
          <p:cNvSpPr>
            <a:spLocks noGrp="1"/>
          </p:cNvSpPr>
          <p:nvPr/>
        </p:nvSpPr>
        <p:spPr>
          <a:xfrm>
            <a:off x="9956800" y="643890"/>
            <a:ext cx="2159000" cy="13538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8800" b="1">
                <a:solidFill>
                  <a:srgbClr val="2A3E63"/>
                </a:solidFill>
                <a:latin typeface="MiSans Normal" charset="-122"/>
                <a:ea typeface="MiSans Normal" charset="-122"/>
                <a:cs typeface="MiSans Normal" charset="-122"/>
              </a:rPr>
              <a:t>33</a:t>
            </a:r>
            <a:endParaRPr sz="8800" b="1">
              <a:solidFill>
                <a:srgbClr val="2A3E63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" name="TextBox 4"/>
          <p:cNvSpPr>
            <a:spLocks noGrp="1"/>
          </p:cNvSpPr>
          <p:nvPr/>
        </p:nvSpPr>
        <p:spPr>
          <a:xfrm>
            <a:off x="762000" y="1546225"/>
            <a:ext cx="635000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buNone/>
            </a:pPr>
            <a:r>
              <a:rPr sz="1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200" b="1">
              <a:solidFill>
                <a:srgbClr val="E8862D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" name="TextBox 5"/>
          <p:cNvSpPr>
            <a:spLocks noGrp="1"/>
          </p:cNvSpPr>
          <p:nvPr/>
        </p:nvSpPr>
        <p:spPr>
          <a:xfrm>
            <a:off x="762000" y="1930400"/>
            <a:ext cx="8128000" cy="1292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buNone/>
            </a:pPr>
            <a:r>
              <a:rPr sz="3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30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  <a:p>
            <a:pPr algn="l">
              <a:lnSpc>
                <a:spcPct val="140000"/>
              </a:lnSpc>
              <a:buNone/>
            </a:pPr>
            <a:r>
              <a:rPr sz="3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30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7" name="Rectangle 6"/>
          <p:cNvSpPr>
            <a:spLocks noGrp="1"/>
          </p:cNvSpPr>
          <p:nvPr/>
        </p:nvSpPr>
        <p:spPr>
          <a:xfrm>
            <a:off x="762000" y="3276600"/>
            <a:ext cx="5842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8" name="TextBox 7"/>
          <p:cNvSpPr>
            <a:spLocks noGrp="1"/>
          </p:cNvSpPr>
          <p:nvPr/>
        </p:nvSpPr>
        <p:spPr>
          <a:xfrm>
            <a:off x="762000" y="3683000"/>
            <a:ext cx="7874000" cy="732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  <a:buNone/>
            </a:pPr>
            <a:r>
              <a:rPr sz="1400" b="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400" b="0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  <a:p>
            <a:pPr algn="l">
              <a:lnSpc>
                <a:spcPct val="170000"/>
              </a:lnSpc>
              <a:buNone/>
            </a:pPr>
            <a:r>
              <a:rPr sz="1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</a:t>
            </a:r>
            <a:r>
              <a:rPr sz="1400" b="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</a:t>
            </a:r>
            <a:r>
              <a:rPr sz="14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目事</a:t>
            </a:r>
            <a:r>
              <a:rPr sz="1400" b="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实与结论</a:t>
            </a:r>
            <a:endParaRPr sz="1400" b="0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9" name="Rectangle 8"/>
          <p:cNvSpPr>
            <a:spLocks noGrp="1"/>
          </p:cNvSpPr>
          <p:nvPr/>
        </p:nvSpPr>
        <p:spPr>
          <a:xfrm>
            <a:off x="762000" y="4876800"/>
            <a:ext cx="1016000" cy="12700"/>
          </a:xfrm>
          <a:prstGeom prst="rect">
            <a:avLst/>
          </a:prstGeom>
          <a:solidFill>
            <a:srgbClr val="3D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0" name="TextBox 9"/>
          <p:cNvSpPr>
            <a:spLocks noGrp="1"/>
          </p:cNvSpPr>
          <p:nvPr/>
        </p:nvSpPr>
        <p:spPr>
          <a:xfrm>
            <a:off x="762000" y="5080000"/>
            <a:ext cx="7874000" cy="2705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  <a:buNone/>
            </a:pPr>
            <a:r>
              <a:rPr sz="1100" b="0">
                <a:solidFill>
                  <a:srgbClr val="B0B8C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 b="0">
              <a:solidFill>
                <a:srgbClr val="B0B8C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11" name="Rectangle 10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  <p:sp>
        <p:nvSpPr>
          <p:cNvPr id="12" name="Parallelogram 11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5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优先事项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26 / 38</a:t>
            </a:r>
            <a:endParaRPr sz="950"/>
          </a:p>
        </p:txBody>
      </p:sp>
      <p:sp>
        <p:nvSpPr>
          <p:cNvPr id="8" name="fw-cap"/>
          <p:cNvSpPr>
            <a:spLocks noGrp="1"/>
          </p:cNvSpPr>
          <p:nvPr/>
        </p:nvSpPr>
        <p:spPr>
          <a:xfrm>
            <a:off x="508000" y="1778000"/>
            <a:ext cx="660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 spc="2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00"/>
          </a:p>
        </p:txBody>
      </p:sp>
      <p:sp>
        <p:nvSpPr>
          <p:cNvPr id="9" name="shape-9"/>
          <p:cNvSpPr>
            <a:spLocks noGrp="1"/>
          </p:cNvSpPr>
          <p:nvPr/>
        </p:nvSpPr>
        <p:spPr>
          <a:xfrm>
            <a:off x="508000" y="2133600"/>
            <a:ext cx="2286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10" name="shape-10"/>
          <p:cNvSpPr>
            <a:spLocks noGrp="1"/>
          </p:cNvSpPr>
          <p:nvPr/>
        </p:nvSpPr>
        <p:spPr>
          <a:xfrm>
            <a:off x="508000" y="21336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450"/>
          </a:p>
        </p:txBody>
      </p:sp>
      <p:sp>
        <p:nvSpPr>
          <p:cNvPr id="11" name="shape-11"/>
          <p:cNvSpPr>
            <a:spLocks noGrp="1"/>
          </p:cNvSpPr>
          <p:nvPr/>
        </p:nvSpPr>
        <p:spPr>
          <a:xfrm>
            <a:off x="2946400" y="2235200"/>
            <a:ext cx="1143000" cy="457200"/>
          </a:xfrm>
          <a:prstGeom prst="right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12" name="shape-12"/>
          <p:cNvSpPr>
            <a:spLocks noGrp="1"/>
          </p:cNvSpPr>
          <p:nvPr/>
        </p:nvSpPr>
        <p:spPr>
          <a:xfrm>
            <a:off x="4241800" y="2133600"/>
            <a:ext cx="2413000" cy="6604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4241800" y="2133600"/>
            <a:ext cx="2413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45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6908800" y="2133600"/>
            <a:ext cx="490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5" name="ref-224"/>
          <p:cNvSpPr>
            <a:spLocks noGrp="1"/>
          </p:cNvSpPr>
          <p:nvPr/>
        </p:nvSpPr>
        <p:spPr>
          <a:xfrm>
            <a:off x="6908800" y="28448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508000" y="3225800"/>
            <a:ext cx="2286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508000" y="32258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45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2946400" y="3327400"/>
            <a:ext cx="1143000" cy="457200"/>
          </a:xfrm>
          <a:prstGeom prst="right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4241800" y="3225800"/>
            <a:ext cx="2413000" cy="6604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0" name="shape-20"/>
          <p:cNvSpPr>
            <a:spLocks noGrp="1"/>
          </p:cNvSpPr>
          <p:nvPr/>
        </p:nvSpPr>
        <p:spPr>
          <a:xfrm>
            <a:off x="4241800" y="3225800"/>
            <a:ext cx="2413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450"/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6908800" y="3225800"/>
            <a:ext cx="490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2" name="ref-310"/>
          <p:cNvSpPr>
            <a:spLocks noGrp="1"/>
          </p:cNvSpPr>
          <p:nvPr/>
        </p:nvSpPr>
        <p:spPr>
          <a:xfrm>
            <a:off x="6908800" y="39370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00"/>
          </a:p>
        </p:txBody>
      </p:sp>
      <p:sp>
        <p:nvSpPr>
          <p:cNvPr id="23" name="shape-23"/>
          <p:cNvSpPr>
            <a:spLocks noGrp="1"/>
          </p:cNvSpPr>
          <p:nvPr/>
        </p:nvSpPr>
        <p:spPr>
          <a:xfrm>
            <a:off x="508000" y="4318000"/>
            <a:ext cx="2286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24" name="shape-24"/>
          <p:cNvSpPr>
            <a:spLocks noGrp="1"/>
          </p:cNvSpPr>
          <p:nvPr/>
        </p:nvSpPr>
        <p:spPr>
          <a:xfrm>
            <a:off x="508000" y="4318000"/>
            <a:ext cx="2286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450"/>
          </a:p>
        </p:txBody>
      </p:sp>
      <p:sp>
        <p:nvSpPr>
          <p:cNvPr id="25" name="shape-25"/>
          <p:cNvSpPr>
            <a:spLocks noGrp="1"/>
          </p:cNvSpPr>
          <p:nvPr/>
        </p:nvSpPr>
        <p:spPr>
          <a:xfrm>
            <a:off x="2946400" y="4419600"/>
            <a:ext cx="1143000" cy="457200"/>
          </a:xfrm>
          <a:prstGeom prst="right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26" name="shape-26"/>
          <p:cNvSpPr>
            <a:spLocks noGrp="1"/>
          </p:cNvSpPr>
          <p:nvPr/>
        </p:nvSpPr>
        <p:spPr>
          <a:xfrm>
            <a:off x="4241800" y="4318000"/>
            <a:ext cx="2413000" cy="6604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7" name="shape-27"/>
          <p:cNvSpPr>
            <a:spLocks noGrp="1"/>
          </p:cNvSpPr>
          <p:nvPr/>
        </p:nvSpPr>
        <p:spPr>
          <a:xfrm>
            <a:off x="4241800" y="4318000"/>
            <a:ext cx="2413000" cy="660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4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450"/>
          </a:p>
        </p:txBody>
      </p:sp>
      <p:sp>
        <p:nvSpPr>
          <p:cNvPr id="28" name="shape-28"/>
          <p:cNvSpPr>
            <a:spLocks noGrp="1"/>
          </p:cNvSpPr>
          <p:nvPr/>
        </p:nvSpPr>
        <p:spPr>
          <a:xfrm>
            <a:off x="6908800" y="4318000"/>
            <a:ext cx="49022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45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9" name="ref-396"/>
          <p:cNvSpPr>
            <a:spLocks noGrp="1"/>
          </p:cNvSpPr>
          <p:nvPr/>
        </p:nvSpPr>
        <p:spPr>
          <a:xfrm>
            <a:off x="6908800" y="5029200"/>
            <a:ext cx="254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8FA9C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00"/>
          </a:p>
        </p:txBody>
      </p:sp>
      <p:sp>
        <p:nvSpPr>
          <p:cNvPr id="30" name="extra"/>
          <p:cNvSpPr>
            <a:spLocks noGrp="1"/>
          </p:cNvSpPr>
          <p:nvPr/>
        </p:nvSpPr>
        <p:spPr>
          <a:xfrm>
            <a:off x="508000" y="5486400"/>
            <a:ext cx="11303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  <a:p>
            <a:pPr algn="l">
              <a:lnSpc>
                <a:spcPct val="16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</a:t>
            </a:r>
            <a:r>
              <a:rPr sz="11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已核对</a:t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的项目事</a:t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实与结论</a:t>
            </a:r>
            <a:endParaRPr sz="1100"/>
          </a:p>
        </p:txBody>
      </p:sp>
      <p:sp>
        <p:nvSpPr>
          <p:cNvPr id="31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2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3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推进安排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27 / 38</a:t>
            </a:r>
            <a:endParaRPr sz="950"/>
          </a:p>
        </p:txBody>
      </p:sp>
      <p:pic>
        <p:nvPicPr>
          <p:cNvPr id="31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aug-box"/>
          <p:cNvSpPr>
            <a:spLocks noGrp="1"/>
          </p:cNvSpPr>
          <p:nvPr/>
        </p:nvSpPr>
        <p:spPr>
          <a:xfrm>
            <a:off x="381000" y="1930400"/>
            <a:ext cx="431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D"/>
            </a:solidFill>
          </a:ln>
        </p:spPr>
      </p:sp>
      <p:sp>
        <p:nvSpPr>
          <p:cNvPr id="10" name="aug-head"/>
          <p:cNvSpPr>
            <a:spLocks noGrp="1"/>
          </p:cNvSpPr>
          <p:nvPr/>
        </p:nvSpPr>
        <p:spPr>
          <a:xfrm>
            <a:off x="381000" y="1930400"/>
            <a:ext cx="4318000" cy="5842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1" name="aug-ht"/>
          <p:cNvSpPr>
            <a:spLocks noGrp="1"/>
          </p:cNvSpPr>
          <p:nvPr/>
        </p:nvSpPr>
        <p:spPr>
          <a:xfrm>
            <a:off x="609600" y="1930400"/>
            <a:ext cx="3937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50">
                <a:solidFill>
                  <a:srgbClr val="FFFFFF">
                    <a:alpha val="7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填写本期内容</a:t>
            </a:r>
            <a:endParaRPr sz="1600"/>
          </a:p>
        </p:txBody>
      </p:sp>
      <p:sp>
        <p:nvSpPr>
          <p:cNvPr id="12" name="aug-list"/>
          <p:cNvSpPr>
            <a:spLocks noGrp="1"/>
          </p:cNvSpPr>
          <p:nvPr/>
        </p:nvSpPr>
        <p:spPr>
          <a:xfrm>
            <a:off x="609600" y="2717800"/>
            <a:ext cx="38862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写本期内容</a:t>
            </a:r>
            <a:endParaRPr sz="1150"/>
          </a:p>
          <a:p>
            <a:pPr algn="l">
              <a:lnSpc>
                <a:spcPct val="155000"/>
              </a:lnSpc>
              <a:spcBef>
                <a:spcPts val="1200"/>
              </a:spcBef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处</a:t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填写已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核对的项目事实与结论</a:t>
            </a:r>
            <a:endParaRPr sz="1150"/>
          </a:p>
          <a:p>
            <a:pPr algn="l">
              <a:lnSpc>
                <a:spcPct val="155000"/>
              </a:lnSpc>
              <a:spcBef>
                <a:spcPts val="1200"/>
              </a:spcBef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填写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本期内容</a:t>
            </a:r>
            <a:endParaRPr sz="1150"/>
          </a:p>
        </p:txBody>
      </p:sp>
      <p:sp>
        <p:nvSpPr>
          <p:cNvPr id="13" name="sep-box"/>
          <p:cNvSpPr>
            <a:spLocks noGrp="1"/>
          </p:cNvSpPr>
          <p:nvPr/>
        </p:nvSpPr>
        <p:spPr>
          <a:xfrm>
            <a:off x="5029200" y="1930400"/>
            <a:ext cx="43180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D"/>
            </a:solidFill>
          </a:ln>
        </p:spPr>
      </p:sp>
      <p:sp>
        <p:nvSpPr>
          <p:cNvPr id="14" name="sep-head"/>
          <p:cNvSpPr>
            <a:spLocks noGrp="1"/>
          </p:cNvSpPr>
          <p:nvPr/>
        </p:nvSpPr>
        <p:spPr>
          <a:xfrm>
            <a:off x="5029200" y="1930400"/>
            <a:ext cx="4318000" cy="5842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5" name="sep-ht"/>
          <p:cNvSpPr>
            <a:spLocks noGrp="1"/>
          </p:cNvSpPr>
          <p:nvPr/>
        </p:nvSpPr>
        <p:spPr>
          <a:xfrm>
            <a:off x="5257800" y="1930400"/>
            <a:ext cx="3937000" cy="584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50">
                <a:solidFill>
                  <a:srgbClr val="FFFFFF">
                    <a:alpha val="85098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填写本期内容</a:t>
            </a:r>
            <a:endParaRPr sz="1600"/>
          </a:p>
        </p:txBody>
      </p:sp>
      <p:sp>
        <p:nvSpPr>
          <p:cNvPr id="16" name="sep-list"/>
          <p:cNvSpPr>
            <a:spLocks noGrp="1"/>
          </p:cNvSpPr>
          <p:nvPr/>
        </p:nvSpPr>
        <p:spPr>
          <a:xfrm>
            <a:off x="5257800" y="2717800"/>
            <a:ext cx="38862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请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写本期内容</a:t>
            </a:r>
            <a:endParaRPr sz="1150"/>
          </a:p>
          <a:p>
            <a:pPr algn="l">
              <a:lnSpc>
                <a:spcPct val="155000"/>
              </a:lnSpc>
              <a:spcBef>
                <a:spcPts val="1200"/>
              </a:spcBef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处填写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已核对的项目事实与结论</a:t>
            </a:r>
            <a:endParaRPr sz="1150"/>
          </a:p>
          <a:p>
            <a:pPr algn="l">
              <a:lnSpc>
                <a:spcPct val="155000"/>
              </a:lnSpc>
              <a:spcBef>
                <a:spcPts val="1200"/>
              </a:spcBef>
              <a:buNone/>
            </a:pPr>
            <a:r>
              <a:rPr sz="11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处</a:t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填写已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核对的项目事实与结论</a:t>
            </a:r>
            <a:endParaRPr sz="1150"/>
          </a:p>
        </p:txBody>
      </p:sp>
      <p:sp>
        <p:nvSpPr>
          <p:cNvPr id="17" name="mid-arrow"/>
          <p:cNvSpPr>
            <a:spLocks noGrp="1"/>
          </p:cNvSpPr>
          <p:nvPr/>
        </p:nvSpPr>
        <p:spPr>
          <a:xfrm>
            <a:off x="4724400" y="3276600"/>
            <a:ext cx="279400" cy="35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8" name="guest-note"/>
          <p:cNvSpPr>
            <a:spLocks noGrp="1"/>
          </p:cNvSpPr>
          <p:nvPr/>
        </p:nvSpPr>
        <p:spPr>
          <a:xfrm>
            <a:off x="381000" y="5257800"/>
            <a:ext cx="8966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</a:t>
            </a:r>
            <a:r>
              <a:rPr sz="110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写项目</a:t>
            </a: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背景、事实依据和后续安排。</a:t>
            </a:r>
            <a:endParaRPr sz="1100"/>
          </a:p>
        </p:txBody>
      </p:sp>
      <p:sp>
        <p:nvSpPr>
          <p:cNvPr id="19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0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  <p:sp>
        <p:nvSpPr>
          <p:cNvPr id="21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2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 b="1" spc="200">
              <a:solidFill>
                <a:srgbClr val="E8862D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目</a:t>
            </a:r>
            <a:r>
              <a:rPr lang="zh-CN"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标</a:t>
            </a: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与现状</a:t>
            </a:r>
            <a:endParaRPr lang="en-US" sz="2300" b="1">
              <a:solidFill>
                <a:srgbClr val="16305C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28 / 38</a:t>
            </a:r>
            <a:endParaRPr sz="95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8" name="hero-dash"/>
          <p:cNvSpPr>
            <a:spLocks noGrp="1"/>
          </p:cNvSpPr>
          <p:nvPr/>
        </p:nvSpPr>
        <p:spPr>
          <a:xfrm>
            <a:off x="381000" y="2032000"/>
            <a:ext cx="5080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9" name="hero-n"/>
          <p:cNvSpPr>
            <a:spLocks noGrp="1"/>
          </p:cNvSpPr>
          <p:nvPr/>
        </p:nvSpPr>
        <p:spPr>
          <a:xfrm>
            <a:off x="381000" y="2116455"/>
            <a:ext cx="4191000" cy="1219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4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</a:t>
            </a:r>
            <a:r>
              <a:rPr sz="20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endParaRPr sz="1600"/>
          </a:p>
        </p:txBody>
      </p:sp>
      <p:sp>
        <p:nvSpPr>
          <p:cNvPr id="10" name="hero-l"/>
          <p:cNvSpPr>
            <a:spLocks noGrp="1"/>
          </p:cNvSpPr>
          <p:nvPr/>
        </p:nvSpPr>
        <p:spPr>
          <a:xfrm>
            <a:off x="381000" y="3323590"/>
            <a:ext cx="4191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00" b="1">
              <a:solidFill>
                <a:srgbClr val="1E2A3A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11" name="hero-vline"/>
          <p:cNvSpPr>
            <a:spLocks noGrp="1"/>
          </p:cNvSpPr>
          <p:nvPr/>
        </p:nvSpPr>
        <p:spPr>
          <a:xfrm>
            <a:off x="4724400" y="2057400"/>
            <a:ext cx="12700" cy="16764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2" name="shape-12"/>
          <p:cNvSpPr>
            <a:spLocks noGrp="1"/>
          </p:cNvSpPr>
          <p:nvPr/>
        </p:nvSpPr>
        <p:spPr>
          <a:xfrm>
            <a:off x="5207000" y="215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192"/>
                </a:moveTo>
                <a:cubicBezTo>
                  <a:pt x="0" y="157"/>
                  <a:pt x="29" y="128"/>
                  <a:pt x="64" y="128"/>
                </a:cubicBezTo>
                <a:lnTo>
                  <a:pt x="128" y="128"/>
                </a:lnTo>
                <a:lnTo>
                  <a:pt x="256" y="13"/>
                </a:lnTo>
                <a:cubicBezTo>
                  <a:pt x="274" y="-3"/>
                  <a:pt x="302" y="-3"/>
                  <a:pt x="320" y="13"/>
                </a:cubicBezTo>
                <a:lnTo>
                  <a:pt x="448" y="128"/>
                </a:lnTo>
                <a:lnTo>
                  <a:pt x="512" y="128"/>
                </a:lnTo>
                <a:cubicBezTo>
                  <a:pt x="547" y="128"/>
                  <a:pt x="576" y="157"/>
                  <a:pt x="576" y="192"/>
                </a:cubicBezTo>
                <a:lnTo>
                  <a:pt x="576" y="448"/>
                </a:lnTo>
                <a:cubicBezTo>
                  <a:pt x="576" y="483"/>
                  <a:pt x="547" y="512"/>
                  <a:pt x="51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192"/>
                </a:lnTo>
                <a:close/>
                <a:moveTo>
                  <a:pt x="224" y="376"/>
                </a:moveTo>
                <a:lnTo>
                  <a:pt x="224" y="464"/>
                </a:lnTo>
                <a:lnTo>
                  <a:pt x="352" y="464"/>
                </a:lnTo>
                <a:lnTo>
                  <a:pt x="352" y="376"/>
                </a:lnTo>
                <a:cubicBezTo>
                  <a:pt x="352" y="354"/>
                  <a:pt x="334" y="336"/>
                  <a:pt x="312" y="336"/>
                </a:cubicBezTo>
                <a:lnTo>
                  <a:pt x="264" y="336"/>
                </a:lnTo>
                <a:cubicBezTo>
                  <a:pt x="242" y="336"/>
                  <a:pt x="224" y="354"/>
                  <a:pt x="224" y="376"/>
                </a:cubicBezTo>
                <a:close/>
                <a:moveTo>
                  <a:pt x="112" y="384"/>
                </a:moveTo>
                <a:cubicBezTo>
                  <a:pt x="121" y="384"/>
                  <a:pt x="128" y="377"/>
                  <a:pt x="128" y="368"/>
                </a:cubicBezTo>
                <a:lnTo>
                  <a:pt x="128" y="336"/>
                </a:lnTo>
                <a:cubicBezTo>
                  <a:pt x="128" y="327"/>
                  <a:pt x="121" y="320"/>
                  <a:pt x="112" y="320"/>
                </a:cubicBezTo>
                <a:lnTo>
                  <a:pt x="80" y="320"/>
                </a:lnTo>
                <a:cubicBezTo>
                  <a:pt x="71" y="320"/>
                  <a:pt x="64" y="327"/>
                  <a:pt x="64" y="336"/>
                </a:cubicBezTo>
                <a:lnTo>
                  <a:pt x="64" y="368"/>
                </a:lnTo>
                <a:cubicBezTo>
                  <a:pt x="64" y="377"/>
                  <a:pt x="71" y="384"/>
                  <a:pt x="80" y="384"/>
                </a:cubicBezTo>
                <a:lnTo>
                  <a:pt x="112" y="384"/>
                </a:lnTo>
                <a:close/>
                <a:moveTo>
                  <a:pt x="128" y="240"/>
                </a:moveTo>
                <a:lnTo>
                  <a:pt x="128" y="208"/>
                </a:lnTo>
                <a:cubicBezTo>
                  <a:pt x="128" y="199"/>
                  <a:pt x="121" y="192"/>
                  <a:pt x="112" y="192"/>
                </a:cubicBezTo>
                <a:lnTo>
                  <a:pt x="80" y="192"/>
                </a:lnTo>
                <a:cubicBezTo>
                  <a:pt x="71" y="192"/>
                  <a:pt x="64" y="199"/>
                  <a:pt x="64" y="208"/>
                </a:cubicBezTo>
                <a:lnTo>
                  <a:pt x="64" y="240"/>
                </a:lnTo>
                <a:cubicBezTo>
                  <a:pt x="64" y="249"/>
                  <a:pt x="71" y="256"/>
                  <a:pt x="80" y="256"/>
                </a:cubicBezTo>
                <a:lnTo>
                  <a:pt x="112" y="256"/>
                </a:lnTo>
                <a:cubicBezTo>
                  <a:pt x="121" y="256"/>
                  <a:pt x="128" y="249"/>
                  <a:pt x="128" y="240"/>
                </a:cubicBezTo>
                <a:close/>
                <a:moveTo>
                  <a:pt x="496" y="384"/>
                </a:moveTo>
                <a:cubicBezTo>
                  <a:pt x="505" y="384"/>
                  <a:pt x="512" y="377"/>
                  <a:pt x="512" y="368"/>
                </a:cubicBezTo>
                <a:lnTo>
                  <a:pt x="512" y="336"/>
                </a:lnTo>
                <a:cubicBezTo>
                  <a:pt x="512" y="327"/>
                  <a:pt x="505" y="320"/>
                  <a:pt x="496" y="320"/>
                </a:cubicBezTo>
                <a:lnTo>
                  <a:pt x="464" y="320"/>
                </a:lnTo>
                <a:cubicBezTo>
                  <a:pt x="455" y="320"/>
                  <a:pt x="448" y="327"/>
                  <a:pt x="448" y="336"/>
                </a:cubicBezTo>
                <a:lnTo>
                  <a:pt x="448" y="368"/>
                </a:lnTo>
                <a:cubicBezTo>
                  <a:pt x="448" y="377"/>
                  <a:pt x="455" y="384"/>
                  <a:pt x="464" y="384"/>
                </a:cubicBezTo>
                <a:lnTo>
                  <a:pt x="496" y="384"/>
                </a:lnTo>
                <a:close/>
                <a:moveTo>
                  <a:pt x="512" y="240"/>
                </a:moveTo>
                <a:lnTo>
                  <a:pt x="512" y="208"/>
                </a:lnTo>
                <a:cubicBezTo>
                  <a:pt x="512" y="199"/>
                  <a:pt x="505" y="192"/>
                  <a:pt x="496" y="192"/>
                </a:cubicBezTo>
                <a:lnTo>
                  <a:pt x="464" y="192"/>
                </a:lnTo>
                <a:cubicBezTo>
                  <a:pt x="455" y="192"/>
                  <a:pt x="448" y="199"/>
                  <a:pt x="448" y="208"/>
                </a:cubicBezTo>
                <a:lnTo>
                  <a:pt x="448" y="240"/>
                </a:lnTo>
                <a:cubicBezTo>
                  <a:pt x="448" y="249"/>
                  <a:pt x="455" y="256"/>
                  <a:pt x="464" y="256"/>
                </a:cubicBezTo>
                <a:lnTo>
                  <a:pt x="496" y="256"/>
                </a:lnTo>
                <a:cubicBezTo>
                  <a:pt x="505" y="256"/>
                  <a:pt x="512" y="249"/>
                  <a:pt x="512" y="240"/>
                </a:cubicBezTo>
                <a:close/>
                <a:moveTo>
                  <a:pt x="288" y="256"/>
                </a:moveTo>
                <a:cubicBezTo>
                  <a:pt x="323" y="256"/>
                  <a:pt x="352" y="227"/>
                  <a:pt x="352" y="192"/>
                </a:cubicBezTo>
                <a:cubicBezTo>
                  <a:pt x="352" y="157"/>
                  <a:pt x="323" y="128"/>
                  <a:pt x="288" y="128"/>
                </a:cubicBezTo>
                <a:cubicBezTo>
                  <a:pt x="253" y="128"/>
                  <a:pt x="224" y="157"/>
                  <a:pt x="224" y="192"/>
                </a:cubicBezTo>
                <a:cubicBezTo>
                  <a:pt x="224" y="227"/>
                  <a:pt x="253" y="256"/>
                  <a:pt x="288" y="25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5511800" y="21082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endParaRPr sz="1600"/>
          </a:p>
        </p:txBody>
      </p:sp>
      <p:sp>
        <p:nvSpPr>
          <p:cNvPr id="14" name="shape-14"/>
          <p:cNvSpPr>
            <a:spLocks noGrp="1"/>
          </p:cNvSpPr>
          <p:nvPr/>
        </p:nvSpPr>
        <p:spPr>
          <a:xfrm>
            <a:off x="5511800" y="24638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</a:t>
            </a:r>
            <a:r>
              <a:rPr lang="zh-CN"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本</a:t>
            </a:r>
            <a:r>
              <a:rPr lang="en-US" altLang="zh-CN"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期</a:t>
            </a:r>
            <a:r>
              <a:rPr lang="zh-CN" altLang="en-US"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内容</a:t>
            </a:r>
            <a:endParaRPr lang="zh-CN" altLang="en-US" sz="100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15" name="shape-15"/>
          <p:cNvSpPr>
            <a:spLocks noGrp="1"/>
          </p:cNvSpPr>
          <p:nvPr/>
        </p:nvSpPr>
        <p:spPr>
          <a:xfrm>
            <a:off x="8890000" y="2159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33" y="5"/>
                </a:moveTo>
                <a:cubicBezTo>
                  <a:pt x="247" y="-2"/>
                  <a:pt x="265" y="-2"/>
                  <a:pt x="280" y="5"/>
                </a:cubicBezTo>
                <a:lnTo>
                  <a:pt x="498" y="106"/>
                </a:lnTo>
                <a:cubicBezTo>
                  <a:pt x="507" y="110"/>
                  <a:pt x="512" y="119"/>
                  <a:pt x="512" y="128"/>
                </a:cubicBezTo>
                <a:cubicBezTo>
                  <a:pt x="512" y="137"/>
                  <a:pt x="507" y="146"/>
                  <a:pt x="498" y="150"/>
                </a:cubicBezTo>
                <a:lnTo>
                  <a:pt x="280" y="251"/>
                </a:lnTo>
                <a:cubicBezTo>
                  <a:pt x="265" y="258"/>
                  <a:pt x="247" y="258"/>
                  <a:pt x="233" y="251"/>
                </a:cubicBezTo>
                <a:lnTo>
                  <a:pt x="14" y="150"/>
                </a:lnTo>
                <a:cubicBezTo>
                  <a:pt x="5" y="146"/>
                  <a:pt x="0" y="137"/>
                  <a:pt x="0" y="128"/>
                </a:cubicBezTo>
                <a:cubicBezTo>
                  <a:pt x="0" y="119"/>
                  <a:pt x="5" y="110"/>
                  <a:pt x="14" y="106"/>
                </a:cubicBezTo>
                <a:lnTo>
                  <a:pt x="233" y="5"/>
                </a:lnTo>
                <a:close/>
              </a:path>
              <a:path w="512" h="512">
                <a:moveTo>
                  <a:pt x="48" y="218"/>
                </a:moveTo>
                <a:lnTo>
                  <a:pt x="212" y="294"/>
                </a:lnTo>
                <a:cubicBezTo>
                  <a:pt x="240" y="307"/>
                  <a:pt x="272" y="307"/>
                  <a:pt x="300" y="294"/>
                </a:cubicBezTo>
                <a:lnTo>
                  <a:pt x="464" y="218"/>
                </a:lnTo>
                <a:lnTo>
                  <a:pt x="498" y="234"/>
                </a:lnTo>
                <a:cubicBezTo>
                  <a:pt x="507" y="238"/>
                  <a:pt x="512" y="247"/>
                  <a:pt x="512" y="256"/>
                </a:cubicBezTo>
                <a:cubicBezTo>
                  <a:pt x="512" y="265"/>
                  <a:pt x="507" y="274"/>
                  <a:pt x="498" y="278"/>
                </a:cubicBezTo>
                <a:lnTo>
                  <a:pt x="280" y="379"/>
                </a:lnTo>
                <a:cubicBezTo>
                  <a:pt x="265" y="386"/>
                  <a:pt x="247" y="386"/>
                  <a:pt x="233" y="379"/>
                </a:cubicBezTo>
                <a:lnTo>
                  <a:pt x="14" y="278"/>
                </a:lnTo>
                <a:cubicBezTo>
                  <a:pt x="5" y="274"/>
                  <a:pt x="0" y="265"/>
                  <a:pt x="0" y="256"/>
                </a:cubicBezTo>
                <a:cubicBezTo>
                  <a:pt x="0" y="247"/>
                  <a:pt x="5" y="238"/>
                  <a:pt x="14" y="234"/>
                </a:cubicBezTo>
                <a:lnTo>
                  <a:pt x="48" y="218"/>
                </a:lnTo>
                <a:close/>
              </a:path>
              <a:path w="512" h="512">
                <a:moveTo>
                  <a:pt x="14" y="362"/>
                </a:moveTo>
                <a:lnTo>
                  <a:pt x="48" y="346"/>
                </a:lnTo>
                <a:lnTo>
                  <a:pt x="212" y="422"/>
                </a:lnTo>
                <a:cubicBezTo>
                  <a:pt x="240" y="435"/>
                  <a:pt x="272" y="435"/>
                  <a:pt x="300" y="422"/>
                </a:cubicBezTo>
                <a:lnTo>
                  <a:pt x="464" y="346"/>
                </a:lnTo>
                <a:lnTo>
                  <a:pt x="498" y="362"/>
                </a:lnTo>
                <a:cubicBezTo>
                  <a:pt x="507" y="366"/>
                  <a:pt x="512" y="375"/>
                  <a:pt x="512" y="384"/>
                </a:cubicBezTo>
                <a:cubicBezTo>
                  <a:pt x="512" y="393"/>
                  <a:pt x="507" y="402"/>
                  <a:pt x="498" y="406"/>
                </a:cubicBezTo>
                <a:lnTo>
                  <a:pt x="279" y="507"/>
                </a:lnTo>
                <a:cubicBezTo>
                  <a:pt x="265" y="514"/>
                  <a:pt x="247" y="514"/>
                  <a:pt x="232" y="507"/>
                </a:cubicBezTo>
                <a:lnTo>
                  <a:pt x="14" y="406"/>
                </a:lnTo>
                <a:cubicBezTo>
                  <a:pt x="5" y="402"/>
                  <a:pt x="0" y="393"/>
                  <a:pt x="0" y="384"/>
                </a:cubicBezTo>
                <a:cubicBezTo>
                  <a:pt x="0" y="375"/>
                  <a:pt x="5" y="366"/>
                  <a:pt x="14" y="362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6" name="shape-16"/>
          <p:cNvSpPr>
            <a:spLocks noGrp="1"/>
          </p:cNvSpPr>
          <p:nvPr/>
        </p:nvSpPr>
        <p:spPr>
          <a:xfrm>
            <a:off x="9194800" y="21082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endParaRPr sz="1600"/>
          </a:p>
        </p:txBody>
      </p:sp>
      <p:sp>
        <p:nvSpPr>
          <p:cNvPr id="17" name="shape-17"/>
          <p:cNvSpPr>
            <a:spLocks noGrp="1"/>
          </p:cNvSpPr>
          <p:nvPr/>
        </p:nvSpPr>
        <p:spPr>
          <a:xfrm>
            <a:off x="9194800" y="24638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52070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512" y="240"/>
                </a:moveTo>
                <a:lnTo>
                  <a:pt x="336" y="240"/>
                </a:lnTo>
                <a:cubicBezTo>
                  <a:pt x="319" y="240"/>
                  <a:pt x="304" y="226"/>
                  <a:pt x="304" y="208"/>
                </a:cubicBezTo>
                <a:lnTo>
                  <a:pt x="304" y="32"/>
                </a:lnTo>
                <a:cubicBezTo>
                  <a:pt x="304" y="14"/>
                  <a:pt x="319" y="0"/>
                  <a:pt x="336" y="2"/>
                </a:cubicBezTo>
                <a:cubicBezTo>
                  <a:pt x="443" y="16"/>
                  <a:pt x="528" y="101"/>
                  <a:pt x="542" y="208"/>
                </a:cubicBezTo>
                <a:cubicBezTo>
                  <a:pt x="545" y="226"/>
                  <a:pt x="530" y="240"/>
                  <a:pt x="512" y="240"/>
                </a:cubicBezTo>
                <a:close/>
              </a:path>
              <a:path w="576" h="512">
                <a:moveTo>
                  <a:pt x="223" y="37"/>
                </a:moveTo>
                <a:cubicBezTo>
                  <a:pt x="241" y="33"/>
                  <a:pt x="256" y="48"/>
                  <a:pt x="256" y="67"/>
                </a:cubicBezTo>
                <a:lnTo>
                  <a:pt x="256" y="264"/>
                </a:lnTo>
                <a:cubicBezTo>
                  <a:pt x="256" y="270"/>
                  <a:pt x="258" y="275"/>
                  <a:pt x="262" y="279"/>
                </a:cubicBezTo>
                <a:lnTo>
                  <a:pt x="394" y="439"/>
                </a:lnTo>
                <a:cubicBezTo>
                  <a:pt x="406" y="453"/>
                  <a:pt x="403" y="474"/>
                  <a:pt x="387" y="483"/>
                </a:cubicBezTo>
                <a:cubicBezTo>
                  <a:pt x="353" y="501"/>
                  <a:pt x="314" y="512"/>
                  <a:pt x="272" y="512"/>
                </a:cubicBezTo>
                <a:cubicBezTo>
                  <a:pt x="140" y="512"/>
                  <a:pt x="32" y="405"/>
                  <a:pt x="32" y="272"/>
                </a:cubicBezTo>
                <a:cubicBezTo>
                  <a:pt x="32" y="157"/>
                  <a:pt x="114" y="60"/>
                  <a:pt x="223" y="37"/>
                </a:cubicBezTo>
                <a:close/>
              </a:path>
              <a:path w="576" h="512">
                <a:moveTo>
                  <a:pt x="478" y="288"/>
                </a:moveTo>
                <a:lnTo>
                  <a:pt x="542" y="288"/>
                </a:lnTo>
                <a:cubicBezTo>
                  <a:pt x="560" y="288"/>
                  <a:pt x="575" y="304"/>
                  <a:pt x="571" y="322"/>
                </a:cubicBezTo>
                <a:cubicBezTo>
                  <a:pt x="561" y="370"/>
                  <a:pt x="536" y="413"/>
                  <a:pt x="502" y="446"/>
                </a:cubicBezTo>
                <a:cubicBezTo>
                  <a:pt x="489" y="458"/>
                  <a:pt x="470" y="455"/>
                  <a:pt x="459" y="442"/>
                </a:cubicBezTo>
                <a:lnTo>
                  <a:pt x="375" y="340"/>
                </a:lnTo>
                <a:cubicBezTo>
                  <a:pt x="358" y="320"/>
                  <a:pt x="373" y="288"/>
                  <a:pt x="400" y="288"/>
                </a:cubicBezTo>
                <a:lnTo>
                  <a:pt x="478" y="288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5511800" y="304800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35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%</a:t>
            </a:r>
            <a:endParaRPr sz="16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5511800" y="34036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endParaRPr sz="100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8890000" y="3098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241" y="-13"/>
                </a:moveTo>
                <a:cubicBezTo>
                  <a:pt x="230" y="-15"/>
                  <a:pt x="218" y="-15"/>
                  <a:pt x="207" y="-13"/>
                </a:cubicBezTo>
                <a:lnTo>
                  <a:pt x="19" y="25"/>
                </a:lnTo>
                <a:cubicBezTo>
                  <a:pt x="8" y="27"/>
                  <a:pt x="0" y="37"/>
                  <a:pt x="0" y="48"/>
                </a:cubicBezTo>
                <a:cubicBezTo>
                  <a:pt x="0" y="58"/>
                  <a:pt x="7" y="67"/>
                  <a:pt x="16" y="71"/>
                </a:cubicBezTo>
                <a:lnTo>
                  <a:pt x="16" y="144"/>
                </a:lnTo>
                <a:lnTo>
                  <a:pt x="0" y="223"/>
                </a:lnTo>
                <a:cubicBezTo>
                  <a:pt x="0" y="224"/>
                  <a:pt x="0" y="225"/>
                  <a:pt x="0" y="226"/>
                </a:cubicBezTo>
                <a:cubicBezTo>
                  <a:pt x="0" y="234"/>
                  <a:pt x="7" y="240"/>
                  <a:pt x="15" y="240"/>
                </a:cubicBezTo>
                <a:lnTo>
                  <a:pt x="50" y="240"/>
                </a:lnTo>
                <a:cubicBezTo>
                  <a:pt x="58" y="240"/>
                  <a:pt x="64" y="234"/>
                  <a:pt x="64" y="226"/>
                </a:cubicBezTo>
                <a:cubicBezTo>
                  <a:pt x="64" y="225"/>
                  <a:pt x="64" y="224"/>
                  <a:pt x="64" y="223"/>
                </a:cubicBezTo>
                <a:lnTo>
                  <a:pt x="48" y="144"/>
                </a:lnTo>
                <a:lnTo>
                  <a:pt x="48" y="77"/>
                </a:lnTo>
                <a:lnTo>
                  <a:pt x="96" y="87"/>
                </a:lnTo>
                <a:lnTo>
                  <a:pt x="96" y="144"/>
                </a:lnTo>
                <a:cubicBezTo>
                  <a:pt x="96" y="215"/>
                  <a:pt x="153" y="272"/>
                  <a:pt x="224" y="272"/>
                </a:cubicBezTo>
                <a:cubicBezTo>
                  <a:pt x="295" y="272"/>
                  <a:pt x="352" y="215"/>
                  <a:pt x="352" y="144"/>
                </a:cubicBezTo>
                <a:lnTo>
                  <a:pt x="352" y="87"/>
                </a:lnTo>
                <a:lnTo>
                  <a:pt x="429" y="72"/>
                </a:lnTo>
                <a:cubicBezTo>
                  <a:pt x="440" y="69"/>
                  <a:pt x="448" y="59"/>
                  <a:pt x="448" y="48"/>
                </a:cubicBezTo>
                <a:cubicBezTo>
                  <a:pt x="448" y="37"/>
                  <a:pt x="440" y="27"/>
                  <a:pt x="429" y="25"/>
                </a:cubicBezTo>
                <a:lnTo>
                  <a:pt x="241" y="-13"/>
                </a:lnTo>
                <a:close/>
                <a:moveTo>
                  <a:pt x="224" y="224"/>
                </a:moveTo>
                <a:cubicBezTo>
                  <a:pt x="180" y="224"/>
                  <a:pt x="144" y="188"/>
                  <a:pt x="144" y="144"/>
                </a:cubicBezTo>
                <a:lnTo>
                  <a:pt x="304" y="144"/>
                </a:lnTo>
                <a:cubicBezTo>
                  <a:pt x="304" y="188"/>
                  <a:pt x="268" y="224"/>
                  <a:pt x="224" y="224"/>
                </a:cubicBezTo>
                <a:close/>
              </a:path>
              <a:path w="448" h="512">
                <a:moveTo>
                  <a:pt x="120" y="320"/>
                </a:moveTo>
                <a:cubicBezTo>
                  <a:pt x="59" y="348"/>
                  <a:pt x="16" y="410"/>
                  <a:pt x="16" y="482"/>
                </a:cubicBezTo>
                <a:cubicBezTo>
                  <a:pt x="16" y="499"/>
                  <a:pt x="29" y="512"/>
                  <a:pt x="46" y="512"/>
                </a:cubicBezTo>
                <a:lnTo>
                  <a:pt x="200" y="512"/>
                </a:lnTo>
                <a:lnTo>
                  <a:pt x="200" y="366"/>
                </a:lnTo>
                <a:lnTo>
                  <a:pt x="143" y="323"/>
                </a:lnTo>
                <a:cubicBezTo>
                  <a:pt x="136" y="318"/>
                  <a:pt x="127" y="317"/>
                  <a:pt x="120" y="320"/>
                </a:cubicBezTo>
                <a:close/>
              </a:path>
              <a:path w="448" h="512">
                <a:moveTo>
                  <a:pt x="248" y="512"/>
                </a:moveTo>
                <a:lnTo>
                  <a:pt x="402" y="512"/>
                </a:lnTo>
                <a:cubicBezTo>
                  <a:pt x="419" y="512"/>
                  <a:pt x="432" y="499"/>
                  <a:pt x="432" y="482"/>
                </a:cubicBezTo>
                <a:cubicBezTo>
                  <a:pt x="432" y="410"/>
                  <a:pt x="389" y="348"/>
                  <a:pt x="328" y="320"/>
                </a:cubicBezTo>
                <a:cubicBezTo>
                  <a:pt x="321" y="317"/>
                  <a:pt x="312" y="318"/>
                  <a:pt x="305" y="323"/>
                </a:cubicBezTo>
                <a:lnTo>
                  <a:pt x="248" y="366"/>
                </a:lnTo>
                <a:lnTo>
                  <a:pt x="248" y="512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2" name="shape-22"/>
          <p:cNvSpPr>
            <a:spLocks noGrp="1"/>
          </p:cNvSpPr>
          <p:nvPr/>
        </p:nvSpPr>
        <p:spPr>
          <a:xfrm>
            <a:off x="9194800" y="3048000"/>
            <a:ext cx="17780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5</a:t>
            </a:r>
            <a:r>
              <a:rPr sz="11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4</a:t>
            </a:r>
            <a:endParaRPr sz="1600"/>
          </a:p>
        </p:txBody>
      </p:sp>
      <p:sp>
        <p:nvSpPr>
          <p:cNvPr id="23" name="shape-23"/>
          <p:cNvSpPr>
            <a:spLocks noGrp="1"/>
          </p:cNvSpPr>
          <p:nvPr/>
        </p:nvSpPr>
        <p:spPr>
          <a:xfrm>
            <a:off x="9194800" y="3403600"/>
            <a:ext cx="2032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24" name="sum-chip"/>
          <p:cNvSpPr>
            <a:spLocks noGrp="1"/>
          </p:cNvSpPr>
          <p:nvPr/>
        </p:nvSpPr>
        <p:spPr>
          <a:xfrm>
            <a:off x="381000" y="3810000"/>
            <a:ext cx="1219200" cy="304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5" name="sum-chip-t"/>
          <p:cNvSpPr>
            <a:spLocks noGrp="1"/>
          </p:cNvSpPr>
          <p:nvPr/>
        </p:nvSpPr>
        <p:spPr>
          <a:xfrm>
            <a:off x="381000" y="3810000"/>
            <a:ext cx="1219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2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26" name="sum-list"/>
          <p:cNvSpPr>
            <a:spLocks noGrp="1"/>
          </p:cNvSpPr>
          <p:nvPr/>
        </p:nvSpPr>
        <p:spPr>
          <a:xfrm>
            <a:off x="381000" y="4267200"/>
            <a:ext cx="114300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>
              <a:latin typeface="MiSans Normal" charset="-122"/>
              <a:ea typeface="MiSans Normal" charset="-122"/>
              <a:cs typeface="MiSans Normal" charset="-122"/>
            </a:endParaRPr>
          </a:p>
          <a:p>
            <a:pPr algn="l">
              <a:lnSpc>
                <a:spcPct val="160000"/>
              </a:lnSpc>
              <a:spcBef>
                <a:spcPts val="600"/>
              </a:spcBef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>
              <a:latin typeface="MiSans Normal" charset="-122"/>
              <a:ea typeface="MiSans Normal" charset="-122"/>
              <a:cs typeface="MiSans Normal" charset="-122"/>
            </a:endParaRPr>
          </a:p>
          <a:p>
            <a:pPr algn="l">
              <a:lnSpc>
                <a:spcPct val="160000"/>
              </a:lnSpc>
              <a:spcBef>
                <a:spcPts val="600"/>
              </a:spcBef>
              <a:buNone/>
            </a:pPr>
            <a:r>
              <a:rPr sz="125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27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8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9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30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>
              <a:solidFill>
                <a:srgbClr val="9AA4B2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366510" y="3823335"/>
            <a:ext cx="1177290" cy="2914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00" b="1">
              <a:solidFill>
                <a:srgbClr val="1E2A3A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65240" y="4267327"/>
            <a:ext cx="986790" cy="25273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8257540" y="426732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257540" y="426732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080500" y="4267200"/>
            <a:ext cx="1864995" cy="2374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</a:rPr>
              <a:t>请填写本期内容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365240" y="4541647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8257540" y="454164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257540" y="454164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80500" y="4541647"/>
            <a:ext cx="1485900" cy="23749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365240" y="4815967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257540" y="481596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257540" y="481596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080500" y="4815967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365240" y="5090287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8257540" y="509028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257540" y="509028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80500" y="5090287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365240" y="5364607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8257540" y="536460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257540" y="536460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080500" y="5364607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</a:rPr>
              <a:t>示例内容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65240" y="5638927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</a:rPr>
              <a:t>示例内容</a:t>
            </a:r>
            <a:endParaRPr sz="1050" b="1">
              <a:solidFill>
                <a:srgbClr val="16305C"/>
              </a:solidFill>
              <a:latin typeface="MiSans Normal" charset="-122"/>
              <a:ea typeface="MiSans Normal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8257540" y="5638927"/>
            <a:ext cx="685800" cy="201168"/>
          </a:xfrm>
          <a:prstGeom prst="roundRect">
            <a:avLst/>
          </a:prstGeom>
          <a:solidFill>
            <a:srgbClr val="E88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>
              <a:latin typeface="MiSans Normal" charset="-122"/>
              <a:ea typeface="MiSans Normal" charset="-122"/>
              <a:cs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257540" y="5638927"/>
            <a:ext cx="68580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54项</a:t>
            </a:r>
            <a:endParaRPr sz="900" b="1">
              <a:solidFill>
                <a:srgbClr val="FFFFFF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9080500" y="5638927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54</a:t>
            </a:r>
            <a:endParaRPr sz="950" b="0">
              <a:solidFill>
                <a:srgbClr val="4A5568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5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项目提案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29 / 38</a:t>
            </a:r>
            <a:endParaRPr sz="950"/>
          </a:p>
        </p:txBody>
      </p:sp>
      <p:sp>
        <p:nvSpPr>
          <p:cNvPr id="8" name="old-box"/>
          <p:cNvSpPr>
            <a:spLocks noGrp="1"/>
          </p:cNvSpPr>
          <p:nvPr/>
        </p:nvSpPr>
        <p:spPr>
          <a:xfrm>
            <a:off x="381000" y="1905000"/>
            <a:ext cx="5524500" cy="1168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9" name="old-t"/>
          <p:cNvSpPr>
            <a:spLocks noGrp="1"/>
          </p:cNvSpPr>
          <p:nvPr/>
        </p:nvSpPr>
        <p:spPr>
          <a:xfrm>
            <a:off x="609600" y="2057400"/>
            <a:ext cx="50673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50"/>
          </a:p>
        </p:txBody>
      </p:sp>
      <p:sp>
        <p:nvSpPr>
          <p:cNvPr id="10" name="old-d"/>
          <p:cNvSpPr>
            <a:spLocks noGrp="1"/>
          </p:cNvSpPr>
          <p:nvPr/>
        </p:nvSpPr>
        <p:spPr>
          <a:xfrm>
            <a:off x="609600" y="2362200"/>
            <a:ext cx="5067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11" name="new-box"/>
          <p:cNvSpPr>
            <a:spLocks noGrp="1"/>
          </p:cNvSpPr>
          <p:nvPr/>
        </p:nvSpPr>
        <p:spPr>
          <a:xfrm>
            <a:off x="6286500" y="1905000"/>
            <a:ext cx="5524500" cy="11684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2" name="new-chip"/>
          <p:cNvSpPr>
            <a:spLocks noGrp="1"/>
          </p:cNvSpPr>
          <p:nvPr/>
        </p:nvSpPr>
        <p:spPr>
          <a:xfrm>
            <a:off x="6286500" y="1905000"/>
            <a:ext cx="55245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3" name="new-t"/>
          <p:cNvSpPr>
            <a:spLocks noGrp="1"/>
          </p:cNvSpPr>
          <p:nvPr/>
        </p:nvSpPr>
        <p:spPr>
          <a:xfrm>
            <a:off x="6515100" y="2057400"/>
            <a:ext cx="50673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</a:t>
            </a:r>
            <a:r>
              <a:rPr sz="10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写本期内容</a:t>
            </a:r>
            <a:endParaRPr sz="1600"/>
          </a:p>
        </p:txBody>
      </p:sp>
      <p:sp>
        <p:nvSpPr>
          <p:cNvPr id="14" name="new-d"/>
          <p:cNvSpPr>
            <a:spLocks noGrp="1"/>
          </p:cNvSpPr>
          <p:nvPr/>
        </p:nvSpPr>
        <p:spPr>
          <a:xfrm>
            <a:off x="6515100" y="2362200"/>
            <a:ext cx="50673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200">
                <a:solidFill>
                  <a:srgbClr val="FFFFFF">
                    <a:alpha val="80000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15" name="def-title"/>
          <p:cNvSpPr>
            <a:spLocks noGrp="1"/>
          </p:cNvSpPr>
          <p:nvPr/>
        </p:nvSpPr>
        <p:spPr>
          <a:xfrm>
            <a:off x="381000" y="34036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项目提案</a:t>
            </a:r>
            <a:endParaRPr sz="1250"/>
          </a:p>
        </p:txBody>
      </p:sp>
      <p:sp>
        <p:nvSpPr>
          <p:cNvPr id="16" name="def-line"/>
          <p:cNvSpPr>
            <a:spLocks noGrp="1"/>
          </p:cNvSpPr>
          <p:nvPr/>
        </p:nvSpPr>
        <p:spPr>
          <a:xfrm>
            <a:off x="381000" y="3708400"/>
            <a:ext cx="11430000" cy="25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7" name="def-txt"/>
          <p:cNvSpPr>
            <a:spLocks noGrp="1"/>
          </p:cNvSpPr>
          <p:nvPr/>
        </p:nvSpPr>
        <p:spPr>
          <a:xfrm>
            <a:off x="381000" y="3886200"/>
            <a:ext cx="11430000" cy="1168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75000"/>
              </a:lnSpc>
              <a:buNone/>
            </a:pPr>
            <a:r>
              <a:rPr sz="13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</a:t>
            </a:r>
            <a:r>
              <a:rPr sz="13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写项</a:t>
            </a:r>
            <a:r>
              <a:rPr sz="13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sz="13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目背</a:t>
            </a:r>
            <a:r>
              <a:rPr sz="13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景、事实依</a:t>
            </a:r>
            <a:r>
              <a:rPr sz="13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据和</a:t>
            </a:r>
            <a:r>
              <a:rPr sz="13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后续安</a:t>
            </a:r>
            <a:r>
              <a:rPr sz="13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排。</a:t>
            </a:r>
            <a:r>
              <a:rPr sz="13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endParaRPr sz="1350"/>
          </a:p>
        </p:txBody>
      </p:sp>
      <p:sp>
        <p:nvSpPr>
          <p:cNvPr id="18" name="ev-box"/>
          <p:cNvSpPr>
            <a:spLocks noGrp="1"/>
          </p:cNvSpPr>
          <p:nvPr/>
        </p:nvSpPr>
        <p:spPr>
          <a:xfrm>
            <a:off x="381000" y="5207000"/>
            <a:ext cx="11430000" cy="5334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19" name="ev-chip"/>
          <p:cNvSpPr>
            <a:spLocks noGrp="1"/>
          </p:cNvSpPr>
          <p:nvPr/>
        </p:nvSpPr>
        <p:spPr>
          <a:xfrm>
            <a:off x="381000" y="5207000"/>
            <a:ext cx="50800" cy="533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0" name="ev-txt"/>
          <p:cNvSpPr>
            <a:spLocks noGrp="1"/>
          </p:cNvSpPr>
          <p:nvPr/>
        </p:nvSpPr>
        <p:spPr>
          <a:xfrm>
            <a:off x="609600" y="52070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1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2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3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4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问题诊断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30 / 38</a:t>
            </a:r>
            <a:endParaRPr sz="950"/>
          </a:p>
        </p:txBody>
      </p:sp>
      <p:sp>
        <p:nvSpPr>
          <p:cNvPr id="8" name="fig-box"/>
          <p:cNvSpPr>
            <a:spLocks noGrp="1"/>
          </p:cNvSpPr>
          <p:nvPr/>
        </p:nvSpPr>
        <p:spPr>
          <a:xfrm>
            <a:off x="381000" y="1879600"/>
            <a:ext cx="11608435" cy="353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5"/>
            </a:solidFill>
          </a:ln>
        </p:spPr>
      </p:sp>
      <p:sp>
        <p:nvSpPr>
          <p:cNvPr id="9" name="fig-cap-top"/>
          <p:cNvSpPr>
            <a:spLocks noGrp="1"/>
          </p:cNvSpPr>
          <p:nvPr/>
        </p:nvSpPr>
        <p:spPr>
          <a:xfrm>
            <a:off x="609600" y="2032000"/>
            <a:ext cx="6350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10" name="fig-cap-top-r"/>
          <p:cNvSpPr>
            <a:spLocks noGrp="1"/>
          </p:cNvSpPr>
          <p:nvPr/>
        </p:nvSpPr>
        <p:spPr>
          <a:xfrm>
            <a:off x="8890000" y="2032000"/>
            <a:ext cx="26924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00" spc="2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DEMO PRESENTATION</a:t>
            </a:r>
            <a:endParaRPr sz="900"/>
          </a:p>
        </p:txBody>
      </p:sp>
      <p:sp>
        <p:nvSpPr>
          <p:cNvPr id="11" name="chip-f"/>
          <p:cNvSpPr>
            <a:spLocks noGrp="1"/>
          </p:cNvSpPr>
          <p:nvPr/>
        </p:nvSpPr>
        <p:spPr>
          <a:xfrm>
            <a:off x="609600" y="2679700"/>
            <a:ext cx="660400" cy="304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2" name="chip-f-t"/>
          <p:cNvSpPr>
            <a:spLocks noGrp="1"/>
          </p:cNvSpPr>
          <p:nvPr/>
        </p:nvSpPr>
        <p:spPr>
          <a:xfrm>
            <a:off x="609600" y="26797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100"/>
          </a:p>
        </p:txBody>
      </p:sp>
      <p:sp>
        <p:nvSpPr>
          <p:cNvPr id="13" name="chip-r"/>
          <p:cNvSpPr>
            <a:spLocks noGrp="1"/>
          </p:cNvSpPr>
          <p:nvPr/>
        </p:nvSpPr>
        <p:spPr>
          <a:xfrm>
            <a:off x="609600" y="4279900"/>
            <a:ext cx="660400" cy="304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4" name="chip-r-t"/>
          <p:cNvSpPr>
            <a:spLocks noGrp="1"/>
          </p:cNvSpPr>
          <p:nvPr/>
        </p:nvSpPr>
        <p:spPr>
          <a:xfrm>
            <a:off x="609600" y="4279900"/>
            <a:ext cx="6604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1100"/>
          </a:p>
        </p:txBody>
      </p:sp>
      <p:sp>
        <p:nvSpPr>
          <p:cNvPr id="15" name="f1-box"/>
          <p:cNvSpPr>
            <a:spLocks noGrp="1"/>
          </p:cNvSpPr>
          <p:nvPr/>
        </p:nvSpPr>
        <p:spPr>
          <a:xfrm>
            <a:off x="1397000" y="2489200"/>
            <a:ext cx="2349500" cy="68580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DE5"/>
            </a:solidFill>
          </a:ln>
        </p:spPr>
      </p:sp>
      <p:sp>
        <p:nvSpPr>
          <p:cNvPr id="16" name="f1-t"/>
          <p:cNvSpPr>
            <a:spLocks noGrp="1"/>
          </p:cNvSpPr>
          <p:nvPr/>
        </p:nvSpPr>
        <p:spPr>
          <a:xfrm>
            <a:off x="1549400" y="2565400"/>
            <a:ext cx="20447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17" name="f1-a"/>
          <p:cNvSpPr>
            <a:spLocks noGrp="1"/>
          </p:cNvSpPr>
          <p:nvPr/>
        </p:nvSpPr>
        <p:spPr>
          <a:xfrm>
            <a:off x="3784600" y="2717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311" y="233"/>
                </a:moveTo>
                <a:cubicBezTo>
                  <a:pt x="324" y="246"/>
                  <a:pt x="324" y="266"/>
                  <a:pt x="311" y="279"/>
                </a:cubicBezTo>
                <a:lnTo>
                  <a:pt x="119" y="471"/>
                </a:lnTo>
                <a:cubicBezTo>
                  <a:pt x="107" y="483"/>
                  <a:pt x="86" y="483"/>
                  <a:pt x="74" y="471"/>
                </a:cubicBezTo>
                <a:cubicBezTo>
                  <a:pt x="61" y="458"/>
                  <a:pt x="61" y="438"/>
                  <a:pt x="74" y="425"/>
                </a:cubicBezTo>
                <a:lnTo>
                  <a:pt x="243" y="256"/>
                </a:lnTo>
                <a:lnTo>
                  <a:pt x="74" y="87"/>
                </a:lnTo>
                <a:cubicBezTo>
                  <a:pt x="61" y="74"/>
                  <a:pt x="61" y="54"/>
                  <a:pt x="74" y="41"/>
                </a:cubicBezTo>
                <a:cubicBezTo>
                  <a:pt x="86" y="29"/>
                  <a:pt x="107" y="29"/>
                  <a:pt x="119" y="41"/>
                </a:cubicBezTo>
                <a:lnTo>
                  <a:pt x="311" y="233"/>
                </a:lnTo>
                <a:close/>
              </a:path>
            </a:pathLst>
          </a:custGeom>
          <a:solidFill>
            <a:srgbClr val="8FA9C8"/>
          </a:solidFill>
          <a:ln>
            <a:noFill/>
          </a:ln>
        </p:spPr>
      </p:sp>
      <p:sp>
        <p:nvSpPr>
          <p:cNvPr id="18" name="f2-box"/>
          <p:cNvSpPr>
            <a:spLocks noGrp="1"/>
          </p:cNvSpPr>
          <p:nvPr/>
        </p:nvSpPr>
        <p:spPr>
          <a:xfrm>
            <a:off x="4076700" y="2489200"/>
            <a:ext cx="2349500" cy="68580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DE5"/>
            </a:solidFill>
          </a:ln>
        </p:spPr>
      </p:sp>
      <p:sp>
        <p:nvSpPr>
          <p:cNvPr id="19" name="f2-t"/>
          <p:cNvSpPr>
            <a:spLocks noGrp="1"/>
          </p:cNvSpPr>
          <p:nvPr/>
        </p:nvSpPr>
        <p:spPr>
          <a:xfrm>
            <a:off x="4229100" y="2565400"/>
            <a:ext cx="20447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20" name="f2-a"/>
          <p:cNvSpPr>
            <a:spLocks noGrp="1"/>
          </p:cNvSpPr>
          <p:nvPr/>
        </p:nvSpPr>
        <p:spPr>
          <a:xfrm>
            <a:off x="6464300" y="2717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311" y="233"/>
                </a:moveTo>
                <a:cubicBezTo>
                  <a:pt x="324" y="246"/>
                  <a:pt x="324" y="266"/>
                  <a:pt x="311" y="279"/>
                </a:cubicBezTo>
                <a:lnTo>
                  <a:pt x="119" y="471"/>
                </a:lnTo>
                <a:cubicBezTo>
                  <a:pt x="107" y="483"/>
                  <a:pt x="86" y="483"/>
                  <a:pt x="74" y="471"/>
                </a:cubicBezTo>
                <a:cubicBezTo>
                  <a:pt x="61" y="458"/>
                  <a:pt x="61" y="438"/>
                  <a:pt x="74" y="425"/>
                </a:cubicBezTo>
                <a:lnTo>
                  <a:pt x="243" y="256"/>
                </a:lnTo>
                <a:lnTo>
                  <a:pt x="74" y="87"/>
                </a:lnTo>
                <a:cubicBezTo>
                  <a:pt x="61" y="74"/>
                  <a:pt x="61" y="54"/>
                  <a:pt x="74" y="41"/>
                </a:cubicBezTo>
                <a:cubicBezTo>
                  <a:pt x="86" y="29"/>
                  <a:pt x="107" y="29"/>
                  <a:pt x="119" y="41"/>
                </a:cubicBezTo>
                <a:lnTo>
                  <a:pt x="311" y="233"/>
                </a:lnTo>
                <a:close/>
              </a:path>
            </a:pathLst>
          </a:custGeom>
          <a:solidFill>
            <a:srgbClr val="8FA9C8"/>
          </a:solidFill>
          <a:ln>
            <a:noFill/>
          </a:ln>
        </p:spPr>
      </p:sp>
      <p:sp>
        <p:nvSpPr>
          <p:cNvPr id="21" name="f3-box"/>
          <p:cNvSpPr>
            <a:spLocks noGrp="1"/>
          </p:cNvSpPr>
          <p:nvPr/>
        </p:nvSpPr>
        <p:spPr>
          <a:xfrm>
            <a:off x="6756400" y="2489200"/>
            <a:ext cx="2349500" cy="68580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DE5"/>
            </a:solidFill>
          </a:ln>
        </p:spPr>
      </p:sp>
      <p:sp>
        <p:nvSpPr>
          <p:cNvPr id="22" name="f3-t"/>
          <p:cNvSpPr>
            <a:spLocks noGrp="1"/>
          </p:cNvSpPr>
          <p:nvPr/>
        </p:nvSpPr>
        <p:spPr>
          <a:xfrm>
            <a:off x="6908800" y="2565400"/>
            <a:ext cx="20447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8次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23" name="f3-a"/>
          <p:cNvSpPr>
            <a:spLocks noGrp="1"/>
          </p:cNvSpPr>
          <p:nvPr/>
        </p:nvSpPr>
        <p:spPr>
          <a:xfrm>
            <a:off x="9144000" y="2717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320" h="512">
                <a:moveTo>
                  <a:pt x="311" y="233"/>
                </a:moveTo>
                <a:cubicBezTo>
                  <a:pt x="324" y="246"/>
                  <a:pt x="324" y="266"/>
                  <a:pt x="311" y="279"/>
                </a:cubicBezTo>
                <a:lnTo>
                  <a:pt x="119" y="471"/>
                </a:lnTo>
                <a:cubicBezTo>
                  <a:pt x="107" y="483"/>
                  <a:pt x="86" y="483"/>
                  <a:pt x="74" y="471"/>
                </a:cubicBezTo>
                <a:cubicBezTo>
                  <a:pt x="61" y="458"/>
                  <a:pt x="61" y="438"/>
                  <a:pt x="74" y="425"/>
                </a:cubicBezTo>
                <a:lnTo>
                  <a:pt x="243" y="256"/>
                </a:lnTo>
                <a:lnTo>
                  <a:pt x="74" y="87"/>
                </a:lnTo>
                <a:cubicBezTo>
                  <a:pt x="61" y="74"/>
                  <a:pt x="61" y="54"/>
                  <a:pt x="74" y="41"/>
                </a:cubicBezTo>
                <a:cubicBezTo>
                  <a:pt x="86" y="29"/>
                  <a:pt x="107" y="29"/>
                  <a:pt x="119" y="41"/>
                </a:cubicBezTo>
                <a:lnTo>
                  <a:pt x="311" y="233"/>
                </a:lnTo>
                <a:close/>
              </a:path>
            </a:pathLst>
          </a:custGeom>
          <a:solidFill>
            <a:srgbClr val="8FA9C8"/>
          </a:solidFill>
          <a:ln>
            <a:noFill/>
          </a:ln>
        </p:spPr>
      </p:sp>
      <p:sp>
        <p:nvSpPr>
          <p:cNvPr id="24" name="f4-box"/>
          <p:cNvSpPr>
            <a:spLocks noGrp="1"/>
          </p:cNvSpPr>
          <p:nvPr/>
        </p:nvSpPr>
        <p:spPr>
          <a:xfrm>
            <a:off x="9436100" y="2489200"/>
            <a:ext cx="2349500" cy="685800"/>
          </a:xfrm>
          <a:prstGeom prst="rect">
            <a:avLst/>
          </a:prstGeom>
          <a:solidFill>
            <a:srgbClr val="F5F6F8"/>
          </a:solidFill>
          <a:ln w="12700">
            <a:solidFill>
              <a:srgbClr val="D8DDE5"/>
            </a:solidFill>
          </a:ln>
        </p:spPr>
      </p:sp>
      <p:sp>
        <p:nvSpPr>
          <p:cNvPr id="25" name="f4-t"/>
          <p:cNvSpPr>
            <a:spLocks noGrp="1"/>
          </p:cNvSpPr>
          <p:nvPr/>
        </p:nvSpPr>
        <p:spPr>
          <a:xfrm>
            <a:off x="9588500" y="2565400"/>
            <a:ext cx="20447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26" name="m1-l"/>
          <p:cNvSpPr>
            <a:spLocks noGrp="1"/>
          </p:cNvSpPr>
          <p:nvPr/>
        </p:nvSpPr>
        <p:spPr>
          <a:xfrm>
            <a:off x="2565400" y="3276600"/>
            <a:ext cx="12700" cy="736600"/>
          </a:xfrm>
          <a:custGeom>
            <a:avLst/>
            <a:gdLst/>
            <a:ahLst/>
            <a:cxnLst/>
            <a:rect l="l" t="t" r="r" b="b"/>
            <a:pathLst>
              <a:path w="1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2700">
            <a:solidFill>
              <a:srgbClr val="E8862D"/>
            </a:solidFill>
            <a:prstDash val="dash"/>
          </a:ln>
        </p:spPr>
      </p:sp>
      <p:sp>
        <p:nvSpPr>
          <p:cNvPr id="27" name="m2-l"/>
          <p:cNvSpPr>
            <a:spLocks noGrp="1"/>
          </p:cNvSpPr>
          <p:nvPr/>
        </p:nvSpPr>
        <p:spPr>
          <a:xfrm>
            <a:off x="5245100" y="3276600"/>
            <a:ext cx="12700" cy="736600"/>
          </a:xfrm>
          <a:custGeom>
            <a:avLst/>
            <a:gdLst/>
            <a:ahLst/>
            <a:cxnLst/>
            <a:rect l="l" t="t" r="r" b="b"/>
            <a:pathLst>
              <a:path w="1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2700">
            <a:solidFill>
              <a:srgbClr val="E8862D"/>
            </a:solidFill>
            <a:prstDash val="dash"/>
          </a:ln>
        </p:spPr>
      </p:sp>
      <p:sp>
        <p:nvSpPr>
          <p:cNvPr id="28" name="m3-l"/>
          <p:cNvSpPr>
            <a:spLocks noGrp="1"/>
          </p:cNvSpPr>
          <p:nvPr/>
        </p:nvSpPr>
        <p:spPr>
          <a:xfrm>
            <a:off x="7924800" y="3276600"/>
            <a:ext cx="12700" cy="736600"/>
          </a:xfrm>
          <a:custGeom>
            <a:avLst/>
            <a:gdLst/>
            <a:ahLst/>
            <a:cxnLst/>
            <a:rect l="l" t="t" r="r" b="b"/>
            <a:pathLst>
              <a:path w="1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2700">
            <a:solidFill>
              <a:srgbClr val="E8862D"/>
            </a:solidFill>
            <a:prstDash val="dash"/>
          </a:ln>
        </p:spPr>
      </p:sp>
      <p:sp>
        <p:nvSpPr>
          <p:cNvPr id="29" name="m4-l"/>
          <p:cNvSpPr>
            <a:spLocks noGrp="1"/>
          </p:cNvSpPr>
          <p:nvPr/>
        </p:nvSpPr>
        <p:spPr>
          <a:xfrm>
            <a:off x="10604500" y="3276600"/>
            <a:ext cx="12700" cy="736600"/>
          </a:xfrm>
          <a:custGeom>
            <a:avLst/>
            <a:gdLst/>
            <a:ahLst/>
            <a:cxnLst/>
            <a:rect l="l" t="t" r="r" b="b"/>
            <a:pathLst>
              <a:path w="1" h="58">
                <a:moveTo>
                  <a:pt x="0" y="0"/>
                </a:moveTo>
                <a:lnTo>
                  <a:pt x="0" y="58"/>
                </a:lnTo>
              </a:path>
            </a:pathLst>
          </a:custGeom>
          <a:noFill/>
          <a:ln w="12700">
            <a:solidFill>
              <a:srgbClr val="E8862D"/>
            </a:solidFill>
            <a:prstDash val="dash"/>
          </a:ln>
        </p:spPr>
      </p:sp>
      <p:sp>
        <p:nvSpPr>
          <p:cNvPr id="30" name="r1-box"/>
          <p:cNvSpPr>
            <a:spLocks noGrp="1"/>
          </p:cNvSpPr>
          <p:nvPr/>
        </p:nvSpPr>
        <p:spPr>
          <a:xfrm>
            <a:off x="1397000" y="4089400"/>
            <a:ext cx="2349500" cy="787400"/>
          </a:xfrm>
          <a:prstGeom prst="rect">
            <a:avLst/>
          </a:prstGeom>
          <a:solidFill>
            <a:srgbClr val="F9EDE0"/>
          </a:solidFill>
          <a:ln w="12700">
            <a:solidFill>
              <a:srgbClr val="E8862D"/>
            </a:solidFill>
            <a:prstDash val="dash"/>
          </a:ln>
        </p:spPr>
      </p:sp>
      <p:sp>
        <p:nvSpPr>
          <p:cNvPr id="31" name="r1-t"/>
          <p:cNvSpPr>
            <a:spLocks noGrp="1"/>
          </p:cNvSpPr>
          <p:nvPr/>
        </p:nvSpPr>
        <p:spPr>
          <a:xfrm>
            <a:off x="1549400" y="41656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32" name="r2-box"/>
          <p:cNvSpPr>
            <a:spLocks noGrp="1"/>
          </p:cNvSpPr>
          <p:nvPr/>
        </p:nvSpPr>
        <p:spPr>
          <a:xfrm>
            <a:off x="4076700" y="4089400"/>
            <a:ext cx="2349500" cy="787400"/>
          </a:xfrm>
          <a:prstGeom prst="rect">
            <a:avLst/>
          </a:prstGeom>
          <a:solidFill>
            <a:srgbClr val="F9EDE0"/>
          </a:solidFill>
          <a:ln w="12700">
            <a:solidFill>
              <a:srgbClr val="E8862D"/>
            </a:solidFill>
            <a:prstDash val="dash"/>
          </a:ln>
        </p:spPr>
      </p:sp>
      <p:sp>
        <p:nvSpPr>
          <p:cNvPr id="33" name="r2-t"/>
          <p:cNvSpPr>
            <a:spLocks noGrp="1"/>
          </p:cNvSpPr>
          <p:nvPr/>
        </p:nvSpPr>
        <p:spPr>
          <a:xfrm>
            <a:off x="4229100" y="41656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600"/>
          </a:p>
        </p:txBody>
      </p:sp>
      <p:sp>
        <p:nvSpPr>
          <p:cNvPr id="34" name="r3-box"/>
          <p:cNvSpPr>
            <a:spLocks noGrp="1"/>
          </p:cNvSpPr>
          <p:nvPr/>
        </p:nvSpPr>
        <p:spPr>
          <a:xfrm>
            <a:off x="6756400" y="4089400"/>
            <a:ext cx="2349500" cy="787400"/>
          </a:xfrm>
          <a:prstGeom prst="rect">
            <a:avLst/>
          </a:prstGeom>
          <a:solidFill>
            <a:srgbClr val="F9EDE0"/>
          </a:solidFill>
          <a:ln w="12700">
            <a:solidFill>
              <a:srgbClr val="E8862D"/>
            </a:solidFill>
            <a:prstDash val="dash"/>
          </a:ln>
        </p:spPr>
      </p:sp>
      <p:sp>
        <p:nvSpPr>
          <p:cNvPr id="35" name="r3-t"/>
          <p:cNvSpPr>
            <a:spLocks noGrp="1"/>
          </p:cNvSpPr>
          <p:nvPr/>
        </p:nvSpPr>
        <p:spPr>
          <a:xfrm>
            <a:off x="6908800" y="41656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36" name="r4-box"/>
          <p:cNvSpPr>
            <a:spLocks noGrp="1"/>
          </p:cNvSpPr>
          <p:nvPr/>
        </p:nvSpPr>
        <p:spPr>
          <a:xfrm>
            <a:off x="9436100" y="4089400"/>
            <a:ext cx="2349500" cy="787400"/>
          </a:xfrm>
          <a:prstGeom prst="rect">
            <a:avLst/>
          </a:prstGeom>
          <a:solidFill>
            <a:srgbClr val="F9EDE0"/>
          </a:solidFill>
          <a:ln w="12700">
            <a:solidFill>
              <a:srgbClr val="E8862D"/>
            </a:solidFill>
            <a:prstDash val="dash"/>
          </a:ln>
        </p:spPr>
      </p:sp>
      <p:sp>
        <p:nvSpPr>
          <p:cNvPr id="37" name="r4-t"/>
          <p:cNvSpPr>
            <a:spLocks noGrp="1"/>
          </p:cNvSpPr>
          <p:nvPr/>
        </p:nvSpPr>
        <p:spPr>
          <a:xfrm>
            <a:off x="9588500" y="4165600"/>
            <a:ext cx="20447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35000"/>
              </a:lnSpc>
              <a:buNone/>
            </a:pPr>
            <a:r>
              <a:rPr sz="9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6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8</a:t>
            </a:r>
            <a:endParaRPr sz="1600"/>
          </a:p>
          <a:p>
            <a:pPr algn="l">
              <a:lnSpc>
                <a:spcPct val="135000"/>
              </a:lnSpc>
              <a:spcBef>
                <a:spcPts val="300"/>
              </a:spcBef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600"/>
          </a:p>
        </p:txBody>
      </p:sp>
      <p:sp>
        <p:nvSpPr>
          <p:cNvPr id="38" name="fig-caption"/>
          <p:cNvSpPr>
            <a:spLocks noGrp="1"/>
          </p:cNvSpPr>
          <p:nvPr/>
        </p:nvSpPr>
        <p:spPr>
          <a:xfrm>
            <a:off x="381000" y="5054600"/>
            <a:ext cx="1143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示例图片</a:t>
            </a:r>
            <a:endParaRPr sz="950"/>
          </a:p>
        </p:txBody>
      </p:sp>
      <p:sp>
        <p:nvSpPr>
          <p:cNvPr id="39" name="fig-note"/>
          <p:cNvSpPr>
            <a:spLocks noGrp="1"/>
          </p:cNvSpPr>
          <p:nvPr/>
        </p:nvSpPr>
        <p:spPr>
          <a:xfrm>
            <a:off x="381000" y="5562600"/>
            <a:ext cx="11430000" cy="165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900"/>
          </a:p>
        </p:txBody>
      </p:sp>
      <p:sp>
        <p:nvSpPr>
          <p:cNvPr id="40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1" name="cc-txt"/>
          <p:cNvSpPr>
            <a:spLocks noGrp="1"/>
          </p:cNvSpPr>
          <p:nvPr/>
        </p:nvSpPr>
        <p:spPr>
          <a:xfrm>
            <a:off x="685800" y="6083300"/>
            <a:ext cx="11125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1150"/>
          </a:p>
        </p:txBody>
      </p:sp>
      <p:sp>
        <p:nvSpPr>
          <p:cNvPr id="42" name="src"/>
          <p:cNvSpPr>
            <a:spLocks noGrp="1"/>
          </p:cNvSpPr>
          <p:nvPr/>
        </p:nvSpPr>
        <p:spPr>
          <a:xfrm>
            <a:off x="381000" y="6578600"/>
            <a:ext cx="53340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9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方案对照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31 / 38</a:t>
            </a:r>
            <a:endParaRPr sz="950"/>
          </a:p>
        </p:txBody>
      </p:sp>
      <p:pic>
        <p:nvPicPr>
          <p:cNvPr id="45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tf0"/>
          <p:cNvSpPr>
            <a:spLocks noGrp="1"/>
          </p:cNvSpPr>
          <p:nvPr/>
        </p:nvSpPr>
        <p:spPr>
          <a:xfrm>
            <a:off x="381000" y="1879600"/>
            <a:ext cx="2032000" cy="508000"/>
          </a:xfrm>
          <a:prstGeom prst="homePlate">
            <a:avLst>
              <a:gd name="adj" fmla="val 20000"/>
            </a:avLst>
          </a:prstGeom>
          <a:solidFill>
            <a:srgbClr val="31507F"/>
          </a:solidFill>
          <a:ln>
            <a:noFill/>
          </a:ln>
        </p:spPr>
      </p:sp>
      <p:sp>
        <p:nvSpPr>
          <p:cNvPr id="10" name="tf0-t"/>
          <p:cNvSpPr>
            <a:spLocks noGrp="1"/>
          </p:cNvSpPr>
          <p:nvPr/>
        </p:nvSpPr>
        <p:spPr>
          <a:xfrm>
            <a:off x="381000" y="1879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11" name="tf1"/>
          <p:cNvSpPr>
            <a:spLocks noGrp="1"/>
          </p:cNvSpPr>
          <p:nvPr/>
        </p:nvSpPr>
        <p:spPr>
          <a:xfrm>
            <a:off x="2641600" y="1879600"/>
            <a:ext cx="2032000" cy="508000"/>
          </a:xfrm>
          <a:prstGeom prst="homePlate">
            <a:avLst>
              <a:gd name="adj" fmla="val 20000"/>
            </a:avLst>
          </a:prstGeom>
          <a:solidFill>
            <a:srgbClr val="31507F"/>
          </a:solidFill>
          <a:ln>
            <a:noFill/>
          </a:ln>
        </p:spPr>
      </p:sp>
      <p:sp>
        <p:nvSpPr>
          <p:cNvPr id="12" name="tf1-t"/>
          <p:cNvSpPr>
            <a:spLocks noGrp="1"/>
          </p:cNvSpPr>
          <p:nvPr/>
        </p:nvSpPr>
        <p:spPr>
          <a:xfrm>
            <a:off x="2641600" y="1879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13" name="tf2"/>
          <p:cNvSpPr>
            <a:spLocks noGrp="1"/>
          </p:cNvSpPr>
          <p:nvPr/>
        </p:nvSpPr>
        <p:spPr>
          <a:xfrm>
            <a:off x="4902200" y="1879600"/>
            <a:ext cx="2032000" cy="508000"/>
          </a:xfrm>
          <a:prstGeom prst="homePlate">
            <a:avLst>
              <a:gd name="adj" fmla="val 20000"/>
            </a:avLst>
          </a:prstGeom>
          <a:solidFill>
            <a:srgbClr val="31507F"/>
          </a:solidFill>
          <a:ln>
            <a:noFill/>
          </a:ln>
        </p:spPr>
      </p:sp>
      <p:sp>
        <p:nvSpPr>
          <p:cNvPr id="14" name="tf2-t"/>
          <p:cNvSpPr>
            <a:spLocks noGrp="1"/>
          </p:cNvSpPr>
          <p:nvPr/>
        </p:nvSpPr>
        <p:spPr>
          <a:xfrm>
            <a:off x="4902200" y="1879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15" name="tf3"/>
          <p:cNvSpPr>
            <a:spLocks noGrp="1"/>
          </p:cNvSpPr>
          <p:nvPr/>
        </p:nvSpPr>
        <p:spPr>
          <a:xfrm>
            <a:off x="7162800" y="1879600"/>
            <a:ext cx="2032000" cy="508000"/>
          </a:xfrm>
          <a:prstGeom prst="homePlate">
            <a:avLst>
              <a:gd name="adj" fmla="val 20000"/>
            </a:avLst>
          </a:prstGeom>
          <a:solidFill>
            <a:srgbClr val="31507F"/>
          </a:solidFill>
          <a:ln>
            <a:noFill/>
          </a:ln>
        </p:spPr>
      </p:sp>
      <p:sp>
        <p:nvSpPr>
          <p:cNvPr id="16" name="tf3-t"/>
          <p:cNvSpPr>
            <a:spLocks noGrp="1"/>
          </p:cNvSpPr>
          <p:nvPr/>
        </p:nvSpPr>
        <p:spPr>
          <a:xfrm>
            <a:off x="7162800" y="1879600"/>
            <a:ext cx="1854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17" name="tf-cap"/>
          <p:cNvSpPr>
            <a:spLocks noGrp="1"/>
          </p:cNvSpPr>
          <p:nvPr/>
        </p:nvSpPr>
        <p:spPr>
          <a:xfrm>
            <a:off x="381000" y="2514600"/>
            <a:ext cx="89662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8" name="lk-title"/>
          <p:cNvSpPr>
            <a:spLocks noGrp="1"/>
          </p:cNvSpPr>
          <p:nvPr/>
        </p:nvSpPr>
        <p:spPr>
          <a:xfrm>
            <a:off x="381000" y="2946400"/>
            <a:ext cx="381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方案对照</a:t>
            </a:r>
            <a:endParaRPr sz="1250"/>
          </a:p>
        </p:txBody>
      </p:sp>
      <p:sp>
        <p:nvSpPr>
          <p:cNvPr id="19" name="lk-title-u"/>
          <p:cNvSpPr>
            <a:spLocks noGrp="1"/>
          </p:cNvSpPr>
          <p:nvPr/>
        </p:nvSpPr>
        <p:spPr>
          <a:xfrm>
            <a:off x="381000" y="32512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0" name="lk0-n"/>
          <p:cNvSpPr>
            <a:spLocks noGrp="1"/>
          </p:cNvSpPr>
          <p:nvPr/>
        </p:nvSpPr>
        <p:spPr>
          <a:xfrm>
            <a:off x="381000" y="3505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500"/>
          </a:p>
        </p:txBody>
      </p:sp>
      <p:sp>
        <p:nvSpPr>
          <p:cNvPr id="21" name="lk0-d"/>
          <p:cNvSpPr>
            <a:spLocks noGrp="1"/>
          </p:cNvSpPr>
          <p:nvPr/>
        </p:nvSpPr>
        <p:spPr>
          <a:xfrm>
            <a:off x="838200" y="3505200"/>
            <a:ext cx="833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22" name="lk0-line"/>
          <p:cNvSpPr>
            <a:spLocks noGrp="1"/>
          </p:cNvSpPr>
          <p:nvPr/>
        </p:nvSpPr>
        <p:spPr>
          <a:xfrm>
            <a:off x="838200" y="3886200"/>
            <a:ext cx="83312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3" name="lk1-n"/>
          <p:cNvSpPr>
            <a:spLocks noGrp="1"/>
          </p:cNvSpPr>
          <p:nvPr/>
        </p:nvSpPr>
        <p:spPr>
          <a:xfrm>
            <a:off x="381000" y="4013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500"/>
          </a:p>
        </p:txBody>
      </p:sp>
      <p:sp>
        <p:nvSpPr>
          <p:cNvPr id="24" name="lk1-d"/>
          <p:cNvSpPr>
            <a:spLocks noGrp="1"/>
          </p:cNvSpPr>
          <p:nvPr/>
        </p:nvSpPr>
        <p:spPr>
          <a:xfrm>
            <a:off x="838200" y="4013200"/>
            <a:ext cx="833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25" name="lk1-line"/>
          <p:cNvSpPr>
            <a:spLocks noGrp="1"/>
          </p:cNvSpPr>
          <p:nvPr/>
        </p:nvSpPr>
        <p:spPr>
          <a:xfrm>
            <a:off x="838200" y="4394200"/>
            <a:ext cx="83312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6" name="lk2-n"/>
          <p:cNvSpPr>
            <a:spLocks noGrp="1"/>
          </p:cNvSpPr>
          <p:nvPr/>
        </p:nvSpPr>
        <p:spPr>
          <a:xfrm>
            <a:off x="381000" y="4521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500"/>
          </a:p>
        </p:txBody>
      </p:sp>
      <p:sp>
        <p:nvSpPr>
          <p:cNvPr id="27" name="lk2-d"/>
          <p:cNvSpPr>
            <a:spLocks noGrp="1"/>
          </p:cNvSpPr>
          <p:nvPr/>
        </p:nvSpPr>
        <p:spPr>
          <a:xfrm>
            <a:off x="838200" y="4521200"/>
            <a:ext cx="833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28" name="lk2-line"/>
          <p:cNvSpPr>
            <a:spLocks noGrp="1"/>
          </p:cNvSpPr>
          <p:nvPr/>
        </p:nvSpPr>
        <p:spPr>
          <a:xfrm>
            <a:off x="838200" y="4902200"/>
            <a:ext cx="83312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9" name="lk3-n"/>
          <p:cNvSpPr>
            <a:spLocks noGrp="1"/>
          </p:cNvSpPr>
          <p:nvPr/>
        </p:nvSpPr>
        <p:spPr>
          <a:xfrm>
            <a:off x="381000" y="5029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500"/>
          </a:p>
        </p:txBody>
      </p:sp>
      <p:sp>
        <p:nvSpPr>
          <p:cNvPr id="30" name="lk3-d"/>
          <p:cNvSpPr>
            <a:spLocks noGrp="1"/>
          </p:cNvSpPr>
          <p:nvPr/>
        </p:nvSpPr>
        <p:spPr>
          <a:xfrm>
            <a:off x="838200" y="5029200"/>
            <a:ext cx="833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200"/>
          </a:p>
        </p:txBody>
      </p:sp>
      <p:sp>
        <p:nvSpPr>
          <p:cNvPr id="31" name="lk3-line"/>
          <p:cNvSpPr>
            <a:spLocks noGrp="1"/>
          </p:cNvSpPr>
          <p:nvPr/>
        </p:nvSpPr>
        <p:spPr>
          <a:xfrm>
            <a:off x="838200" y="5410200"/>
            <a:ext cx="83312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32" name="lk4-n"/>
          <p:cNvSpPr>
            <a:spLocks noGrp="1"/>
          </p:cNvSpPr>
          <p:nvPr/>
        </p:nvSpPr>
        <p:spPr>
          <a:xfrm>
            <a:off x="381000" y="5537200"/>
            <a:ext cx="381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5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75</a:t>
            </a:r>
            <a:endParaRPr sz="1500"/>
          </a:p>
        </p:txBody>
      </p:sp>
      <p:sp>
        <p:nvSpPr>
          <p:cNvPr id="33" name="lk4-d"/>
          <p:cNvSpPr>
            <a:spLocks noGrp="1"/>
          </p:cNvSpPr>
          <p:nvPr/>
        </p:nvSpPr>
        <p:spPr>
          <a:xfrm>
            <a:off x="838200" y="5537200"/>
            <a:ext cx="83312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34" name="lk4-line"/>
          <p:cNvSpPr>
            <a:spLocks noGrp="1"/>
          </p:cNvSpPr>
          <p:nvPr/>
        </p:nvSpPr>
        <p:spPr>
          <a:xfrm>
            <a:off x="838200" y="5918200"/>
            <a:ext cx="83312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35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6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50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执行规则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32 / 38</a:t>
            </a:r>
            <a:endParaRPr sz="950"/>
          </a:p>
        </p:txBody>
      </p:sp>
      <p:pic>
        <p:nvPicPr>
          <p:cNvPr id="56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fc-head"/>
          <p:cNvSpPr>
            <a:spLocks noGrp="1"/>
          </p:cNvSpPr>
          <p:nvPr/>
        </p:nvSpPr>
        <p:spPr>
          <a:xfrm>
            <a:off x="381000" y="1701800"/>
            <a:ext cx="4191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950" spc="200">
                <a:solidFill>
                  <a:srgbClr val="9AA3B0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950"/>
          </a:p>
        </p:txBody>
      </p:sp>
      <p:sp>
        <p:nvSpPr>
          <p:cNvPr id="10" name="col-div"/>
          <p:cNvSpPr>
            <a:spLocks noGrp="1"/>
          </p:cNvSpPr>
          <p:nvPr/>
        </p:nvSpPr>
        <p:spPr>
          <a:xfrm>
            <a:off x="4876800" y="2032000"/>
            <a:ext cx="12700" cy="37592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1" name="col-arrow"/>
          <p:cNvSpPr>
            <a:spLocks noGrp="1"/>
          </p:cNvSpPr>
          <p:nvPr/>
        </p:nvSpPr>
        <p:spPr>
          <a:xfrm>
            <a:off x="4699000" y="3683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2" name="shape-12"/>
          <p:cNvSpPr>
            <a:spLocks noGrp="1"/>
          </p:cNvSpPr>
          <p:nvPr/>
        </p:nvSpPr>
        <p:spPr>
          <a:xfrm>
            <a:off x="381000" y="19304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200"/>
          </a:p>
        </p:txBody>
      </p:sp>
      <p:sp>
        <p:nvSpPr>
          <p:cNvPr id="13" name="shape-13"/>
          <p:cNvSpPr>
            <a:spLocks noGrp="1"/>
          </p:cNvSpPr>
          <p:nvPr/>
        </p:nvSpPr>
        <p:spPr>
          <a:xfrm>
            <a:off x="381000" y="22098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4" name="shape-14"/>
          <p:cNvSpPr>
            <a:spLocks noGrp="1"/>
          </p:cNvSpPr>
          <p:nvPr/>
        </p:nvSpPr>
        <p:spPr>
          <a:xfrm>
            <a:off x="381000" y="2311400"/>
            <a:ext cx="419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1100"/>
          </a:p>
        </p:txBody>
      </p:sp>
      <p:sp>
        <p:nvSpPr>
          <p:cNvPr id="15" name="shape-15"/>
          <p:cNvSpPr>
            <a:spLocks noGrp="1"/>
          </p:cNvSpPr>
          <p:nvPr/>
        </p:nvSpPr>
        <p:spPr>
          <a:xfrm>
            <a:off x="381000" y="29718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20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381000" y="32512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7" name="shape-17"/>
          <p:cNvSpPr>
            <a:spLocks noGrp="1"/>
          </p:cNvSpPr>
          <p:nvPr/>
        </p:nvSpPr>
        <p:spPr>
          <a:xfrm>
            <a:off x="381000" y="3352800"/>
            <a:ext cx="419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8" name="shape-18"/>
          <p:cNvSpPr>
            <a:spLocks noGrp="1"/>
          </p:cNvSpPr>
          <p:nvPr/>
        </p:nvSpPr>
        <p:spPr>
          <a:xfrm>
            <a:off x="381000" y="40132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19" name="shape-19"/>
          <p:cNvSpPr>
            <a:spLocks noGrp="1"/>
          </p:cNvSpPr>
          <p:nvPr/>
        </p:nvSpPr>
        <p:spPr>
          <a:xfrm>
            <a:off x="381000" y="429260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0" name="shape-20"/>
          <p:cNvSpPr>
            <a:spLocks noGrp="1"/>
          </p:cNvSpPr>
          <p:nvPr/>
        </p:nvSpPr>
        <p:spPr>
          <a:xfrm>
            <a:off x="381000" y="4394200"/>
            <a:ext cx="419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381000" y="476885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22" name="shape-22"/>
          <p:cNvSpPr>
            <a:spLocks noGrp="1"/>
          </p:cNvSpPr>
          <p:nvPr/>
        </p:nvSpPr>
        <p:spPr>
          <a:xfrm>
            <a:off x="381000" y="5048250"/>
            <a:ext cx="3048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3" name="shape-23"/>
          <p:cNvSpPr>
            <a:spLocks noGrp="1"/>
          </p:cNvSpPr>
          <p:nvPr/>
        </p:nvSpPr>
        <p:spPr>
          <a:xfrm>
            <a:off x="381000" y="5149850"/>
            <a:ext cx="4191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1100"/>
          </a:p>
        </p:txBody>
      </p:sp>
      <p:sp>
        <p:nvSpPr>
          <p:cNvPr id="24" name="sh-title"/>
          <p:cNvSpPr>
            <a:spLocks noGrp="1"/>
          </p:cNvSpPr>
          <p:nvPr/>
        </p:nvSpPr>
        <p:spPr>
          <a:xfrm>
            <a:off x="5080000" y="1676400"/>
            <a:ext cx="4191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执行规则</a:t>
            </a:r>
            <a:endParaRPr sz="1250"/>
          </a:p>
        </p:txBody>
      </p:sp>
      <p:sp>
        <p:nvSpPr>
          <p:cNvPr id="25" name="s40-a"/>
          <p:cNvSpPr>
            <a:spLocks noGrp="1"/>
          </p:cNvSpPr>
          <p:nvPr/>
        </p:nvSpPr>
        <p:spPr>
          <a:xfrm>
            <a:off x="5080000" y="2336800"/>
            <a:ext cx="1676400" cy="5588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26" name="s40-at"/>
          <p:cNvSpPr>
            <a:spLocks noGrp="1"/>
          </p:cNvSpPr>
          <p:nvPr/>
        </p:nvSpPr>
        <p:spPr>
          <a:xfrm>
            <a:off x="5130800" y="2336800"/>
            <a:ext cx="157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27" name="s40-ar"/>
          <p:cNvSpPr>
            <a:spLocks noGrp="1"/>
          </p:cNvSpPr>
          <p:nvPr/>
        </p:nvSpPr>
        <p:spPr>
          <a:xfrm>
            <a:off x="6858000" y="2514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8" name="s40-b"/>
          <p:cNvSpPr>
            <a:spLocks noGrp="1"/>
          </p:cNvSpPr>
          <p:nvPr/>
        </p:nvSpPr>
        <p:spPr>
          <a:xfrm>
            <a:off x="7162800" y="2336800"/>
            <a:ext cx="2057400" cy="558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9" name="s40-bt"/>
          <p:cNvSpPr>
            <a:spLocks noGrp="1"/>
          </p:cNvSpPr>
          <p:nvPr/>
        </p:nvSpPr>
        <p:spPr>
          <a:xfrm>
            <a:off x="7213600" y="2336800"/>
            <a:ext cx="195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30" name="s41-a"/>
          <p:cNvSpPr>
            <a:spLocks noGrp="1"/>
          </p:cNvSpPr>
          <p:nvPr/>
        </p:nvSpPr>
        <p:spPr>
          <a:xfrm>
            <a:off x="5080000" y="3124200"/>
            <a:ext cx="1676400" cy="5588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31" name="s41-at"/>
          <p:cNvSpPr>
            <a:spLocks noGrp="1"/>
          </p:cNvSpPr>
          <p:nvPr/>
        </p:nvSpPr>
        <p:spPr>
          <a:xfrm>
            <a:off x="5130800" y="3124200"/>
            <a:ext cx="157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32" name="s41-ar"/>
          <p:cNvSpPr>
            <a:spLocks noGrp="1"/>
          </p:cNvSpPr>
          <p:nvPr/>
        </p:nvSpPr>
        <p:spPr>
          <a:xfrm>
            <a:off x="6858000" y="33020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33" name="s41-b"/>
          <p:cNvSpPr>
            <a:spLocks noGrp="1"/>
          </p:cNvSpPr>
          <p:nvPr/>
        </p:nvSpPr>
        <p:spPr>
          <a:xfrm>
            <a:off x="7162800" y="3124200"/>
            <a:ext cx="2057400" cy="558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4" name="s41-bt"/>
          <p:cNvSpPr>
            <a:spLocks noGrp="1"/>
          </p:cNvSpPr>
          <p:nvPr/>
        </p:nvSpPr>
        <p:spPr>
          <a:xfrm>
            <a:off x="7213600" y="3124200"/>
            <a:ext cx="195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35" name="s42-a"/>
          <p:cNvSpPr>
            <a:spLocks noGrp="1"/>
          </p:cNvSpPr>
          <p:nvPr/>
        </p:nvSpPr>
        <p:spPr>
          <a:xfrm>
            <a:off x="5080000" y="3911600"/>
            <a:ext cx="1676400" cy="5588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36" name="s42-at"/>
          <p:cNvSpPr>
            <a:spLocks noGrp="1"/>
          </p:cNvSpPr>
          <p:nvPr/>
        </p:nvSpPr>
        <p:spPr>
          <a:xfrm>
            <a:off x="5130800" y="3911600"/>
            <a:ext cx="157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37" name="s42-ar"/>
          <p:cNvSpPr>
            <a:spLocks noGrp="1"/>
          </p:cNvSpPr>
          <p:nvPr/>
        </p:nvSpPr>
        <p:spPr>
          <a:xfrm>
            <a:off x="6858000" y="40894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38" name="s42-b"/>
          <p:cNvSpPr>
            <a:spLocks noGrp="1"/>
          </p:cNvSpPr>
          <p:nvPr/>
        </p:nvSpPr>
        <p:spPr>
          <a:xfrm>
            <a:off x="7162800" y="3911600"/>
            <a:ext cx="2057400" cy="558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9" name="s42-bt"/>
          <p:cNvSpPr>
            <a:spLocks noGrp="1"/>
          </p:cNvSpPr>
          <p:nvPr/>
        </p:nvSpPr>
        <p:spPr>
          <a:xfrm>
            <a:off x="7213600" y="3911600"/>
            <a:ext cx="195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40" name="s43-a"/>
          <p:cNvSpPr>
            <a:spLocks noGrp="1"/>
          </p:cNvSpPr>
          <p:nvPr/>
        </p:nvSpPr>
        <p:spPr>
          <a:xfrm>
            <a:off x="5080000" y="4699000"/>
            <a:ext cx="1676400" cy="5588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41" name="s43-at"/>
          <p:cNvSpPr>
            <a:spLocks noGrp="1"/>
          </p:cNvSpPr>
          <p:nvPr/>
        </p:nvSpPr>
        <p:spPr>
          <a:xfrm>
            <a:off x="5130800" y="4699000"/>
            <a:ext cx="1574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42" name="s43-ar"/>
          <p:cNvSpPr>
            <a:spLocks noGrp="1"/>
          </p:cNvSpPr>
          <p:nvPr/>
        </p:nvSpPr>
        <p:spPr>
          <a:xfrm>
            <a:off x="6858000" y="48768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503" y="279"/>
                </a:moveTo>
                <a:cubicBezTo>
                  <a:pt x="515" y="266"/>
                  <a:pt x="515" y="246"/>
                  <a:pt x="503" y="233"/>
                </a:cubicBezTo>
                <a:lnTo>
                  <a:pt x="343" y="73"/>
                </a:lnTo>
                <a:cubicBezTo>
                  <a:pt x="330" y="61"/>
                  <a:pt x="310" y="61"/>
                  <a:pt x="297" y="73"/>
                </a:cubicBezTo>
                <a:cubicBezTo>
                  <a:pt x="285" y="86"/>
                  <a:pt x="285" y="106"/>
                  <a:pt x="297" y="119"/>
                </a:cubicBezTo>
                <a:lnTo>
                  <a:pt x="403" y="224"/>
                </a:lnTo>
                <a:lnTo>
                  <a:pt x="32" y="224"/>
                </a:lnTo>
                <a:cubicBezTo>
                  <a:pt x="14" y="224"/>
                  <a:pt x="0" y="238"/>
                  <a:pt x="0" y="256"/>
                </a:cubicBezTo>
                <a:cubicBezTo>
                  <a:pt x="0" y="274"/>
                  <a:pt x="14" y="288"/>
                  <a:pt x="32" y="288"/>
                </a:cubicBezTo>
                <a:lnTo>
                  <a:pt x="403" y="288"/>
                </a:lnTo>
                <a:lnTo>
                  <a:pt x="297" y="393"/>
                </a:lnTo>
                <a:cubicBezTo>
                  <a:pt x="285" y="406"/>
                  <a:pt x="285" y="426"/>
                  <a:pt x="297" y="439"/>
                </a:cubicBezTo>
                <a:cubicBezTo>
                  <a:pt x="310" y="451"/>
                  <a:pt x="330" y="451"/>
                  <a:pt x="343" y="439"/>
                </a:cubicBezTo>
                <a:lnTo>
                  <a:pt x="503" y="279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43" name="s43-b"/>
          <p:cNvSpPr>
            <a:spLocks noGrp="1"/>
          </p:cNvSpPr>
          <p:nvPr/>
        </p:nvSpPr>
        <p:spPr>
          <a:xfrm>
            <a:off x="7162800" y="4699000"/>
            <a:ext cx="2057400" cy="5588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4" name="s43-bt"/>
          <p:cNvSpPr>
            <a:spLocks noGrp="1"/>
          </p:cNvSpPr>
          <p:nvPr/>
        </p:nvSpPr>
        <p:spPr>
          <a:xfrm>
            <a:off x="7213600" y="4699000"/>
            <a:ext cx="19558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0000"/>
              </a:lnSpc>
              <a:buNone/>
            </a:pPr>
            <a:r>
              <a:rPr sz="105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45" name="cite"/>
          <p:cNvSpPr>
            <a:spLocks noGrp="1"/>
          </p:cNvSpPr>
          <p:nvPr/>
        </p:nvSpPr>
        <p:spPr>
          <a:xfrm>
            <a:off x="5080000" y="5384800"/>
            <a:ext cx="4191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850">
                <a:solidFill>
                  <a:srgbClr val="9AA4B2"/>
                </a:solidFill>
                <a:latin typeface="MiSans Normal" charset="-122"/>
                <a:ea typeface="MiSans Normal" charset="-122"/>
                <a:cs typeface="MiSans Normal" charset="-122"/>
              </a:rPr>
              <a:t>来源：合成示例资料</a:t>
            </a:r>
            <a:endParaRPr sz="850"/>
          </a:p>
        </p:txBody>
      </p:sp>
      <p:sp>
        <p:nvSpPr>
          <p:cNvPr id="46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7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7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体验流程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33 / 38</a:t>
            </a:r>
            <a:endParaRPr sz="950"/>
          </a:p>
        </p:txBody>
      </p:sp>
      <p:pic>
        <p:nvPicPr>
          <p:cNvPr id="43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c20"/>
          <p:cNvSpPr>
            <a:spLocks noGrp="1"/>
          </p:cNvSpPr>
          <p:nvPr/>
        </p:nvSpPr>
        <p:spPr>
          <a:xfrm>
            <a:off x="381000" y="1905000"/>
            <a:ext cx="1905000" cy="431800"/>
          </a:xfrm>
          <a:prstGeom prst="homePlate">
            <a:avLst>
              <a:gd name="adj" fmla="val 2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0" name="c20-t"/>
          <p:cNvSpPr>
            <a:spLocks noGrp="1"/>
          </p:cNvSpPr>
          <p:nvPr/>
        </p:nvSpPr>
        <p:spPr>
          <a:xfrm>
            <a:off x="381000" y="1905000"/>
            <a:ext cx="1752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00"/>
          </a:p>
        </p:txBody>
      </p:sp>
      <p:sp>
        <p:nvSpPr>
          <p:cNvPr id="11" name="c21"/>
          <p:cNvSpPr>
            <a:spLocks noGrp="1"/>
          </p:cNvSpPr>
          <p:nvPr/>
        </p:nvSpPr>
        <p:spPr>
          <a:xfrm>
            <a:off x="2438400" y="1905000"/>
            <a:ext cx="1905000" cy="431800"/>
          </a:xfrm>
          <a:prstGeom prst="homePlate">
            <a:avLst>
              <a:gd name="adj" fmla="val 2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2" name="c21-t"/>
          <p:cNvSpPr>
            <a:spLocks noGrp="1"/>
          </p:cNvSpPr>
          <p:nvPr/>
        </p:nvSpPr>
        <p:spPr>
          <a:xfrm>
            <a:off x="2438400" y="1905000"/>
            <a:ext cx="1752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13" name="c22"/>
          <p:cNvSpPr>
            <a:spLocks noGrp="1"/>
          </p:cNvSpPr>
          <p:nvPr/>
        </p:nvSpPr>
        <p:spPr>
          <a:xfrm>
            <a:off x="4495800" y="1905000"/>
            <a:ext cx="1905000" cy="431800"/>
          </a:xfrm>
          <a:prstGeom prst="homePlate">
            <a:avLst>
              <a:gd name="adj" fmla="val 2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4" name="c22-t"/>
          <p:cNvSpPr>
            <a:spLocks noGrp="1"/>
          </p:cNvSpPr>
          <p:nvPr/>
        </p:nvSpPr>
        <p:spPr>
          <a:xfrm>
            <a:off x="4495800" y="1905000"/>
            <a:ext cx="1752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项目</a:t>
            </a:r>
            <a:endParaRPr sz="1100"/>
          </a:p>
        </p:txBody>
      </p:sp>
      <p:sp>
        <p:nvSpPr>
          <p:cNvPr id="15" name="c23"/>
          <p:cNvSpPr>
            <a:spLocks noGrp="1"/>
          </p:cNvSpPr>
          <p:nvPr/>
        </p:nvSpPr>
        <p:spPr>
          <a:xfrm>
            <a:off x="6553200" y="1905000"/>
            <a:ext cx="1905000" cy="431800"/>
          </a:xfrm>
          <a:prstGeom prst="homePlate">
            <a:avLst>
              <a:gd name="adj" fmla="val 2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6" name="c23-t"/>
          <p:cNvSpPr>
            <a:spLocks noGrp="1"/>
          </p:cNvSpPr>
          <p:nvPr/>
        </p:nvSpPr>
        <p:spPr>
          <a:xfrm>
            <a:off x="6553200" y="1905000"/>
            <a:ext cx="1752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17" name="c24"/>
          <p:cNvSpPr>
            <a:spLocks noGrp="1"/>
          </p:cNvSpPr>
          <p:nvPr/>
        </p:nvSpPr>
        <p:spPr>
          <a:xfrm>
            <a:off x="8610600" y="1905000"/>
            <a:ext cx="2159000" cy="431800"/>
          </a:xfrm>
          <a:prstGeom prst="homePlate">
            <a:avLst>
              <a:gd name="adj" fmla="val 20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18" name="c24-t"/>
          <p:cNvSpPr>
            <a:spLocks noGrp="1"/>
          </p:cNvSpPr>
          <p:nvPr/>
        </p:nvSpPr>
        <p:spPr>
          <a:xfrm>
            <a:off x="8610600" y="1905000"/>
            <a:ext cx="20066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1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00"/>
          </a:p>
        </p:txBody>
      </p:sp>
      <p:sp>
        <p:nvSpPr>
          <p:cNvPr id="19" name="proved"/>
          <p:cNvSpPr>
            <a:spLocks noGrp="1"/>
          </p:cNvSpPr>
          <p:nvPr/>
        </p:nvSpPr>
        <p:spPr>
          <a:xfrm>
            <a:off x="381000" y="2540000"/>
            <a:ext cx="8966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这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里填写项目背景、事实依据和后续安排。</a:t>
            </a:r>
            <a:endParaRPr sz="1150"/>
          </a:p>
        </p:txBody>
      </p:sp>
      <p:sp>
        <p:nvSpPr>
          <p:cNvPr id="20" name="lack-title"/>
          <p:cNvSpPr>
            <a:spLocks noGrp="1"/>
          </p:cNvSpPr>
          <p:nvPr/>
        </p:nvSpPr>
        <p:spPr>
          <a:xfrm>
            <a:off x="381000" y="3378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6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体验流程</a:t>
            </a:r>
            <a:endParaRPr sz="1600" b="1">
              <a:solidFill>
                <a:srgbClr val="E8862D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21" name="l2-0-n"/>
          <p:cNvSpPr>
            <a:spLocks noGrp="1"/>
          </p:cNvSpPr>
          <p:nvPr/>
        </p:nvSpPr>
        <p:spPr>
          <a:xfrm>
            <a:off x="381000" y="38163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22" name="l2-0-d"/>
          <p:cNvSpPr>
            <a:spLocks noGrp="1"/>
          </p:cNvSpPr>
          <p:nvPr/>
        </p:nvSpPr>
        <p:spPr>
          <a:xfrm>
            <a:off x="736600" y="38163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3" name="l2-1-n"/>
          <p:cNvSpPr>
            <a:spLocks noGrp="1"/>
          </p:cNvSpPr>
          <p:nvPr/>
        </p:nvSpPr>
        <p:spPr>
          <a:xfrm>
            <a:off x="381000" y="44767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24" name="l2-1-d"/>
          <p:cNvSpPr>
            <a:spLocks noGrp="1"/>
          </p:cNvSpPr>
          <p:nvPr/>
        </p:nvSpPr>
        <p:spPr>
          <a:xfrm>
            <a:off x="736600" y="44767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25" name="l2-2-n"/>
          <p:cNvSpPr>
            <a:spLocks noGrp="1"/>
          </p:cNvSpPr>
          <p:nvPr/>
        </p:nvSpPr>
        <p:spPr>
          <a:xfrm>
            <a:off x="381000" y="51371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26" name="l2-2-d"/>
          <p:cNvSpPr>
            <a:spLocks noGrp="1"/>
          </p:cNvSpPr>
          <p:nvPr/>
        </p:nvSpPr>
        <p:spPr>
          <a:xfrm>
            <a:off x="736600" y="51371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7" name="l2-3-n"/>
          <p:cNvSpPr>
            <a:spLocks noGrp="1"/>
          </p:cNvSpPr>
          <p:nvPr/>
        </p:nvSpPr>
        <p:spPr>
          <a:xfrm>
            <a:off x="4927600" y="38163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28" name="l2-3-d"/>
          <p:cNvSpPr>
            <a:spLocks noGrp="1"/>
          </p:cNvSpPr>
          <p:nvPr/>
        </p:nvSpPr>
        <p:spPr>
          <a:xfrm>
            <a:off x="5283200" y="38163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9" name="l2-4-n"/>
          <p:cNvSpPr>
            <a:spLocks noGrp="1"/>
          </p:cNvSpPr>
          <p:nvPr/>
        </p:nvSpPr>
        <p:spPr>
          <a:xfrm>
            <a:off x="4927600" y="44767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30" name="l2-4-d"/>
          <p:cNvSpPr>
            <a:spLocks noGrp="1"/>
          </p:cNvSpPr>
          <p:nvPr/>
        </p:nvSpPr>
        <p:spPr>
          <a:xfrm>
            <a:off x="5283200" y="44767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31" name="l2-5-n"/>
          <p:cNvSpPr>
            <a:spLocks noGrp="1"/>
          </p:cNvSpPr>
          <p:nvPr/>
        </p:nvSpPr>
        <p:spPr>
          <a:xfrm>
            <a:off x="4927600" y="5137150"/>
            <a:ext cx="304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12</a:t>
            </a:r>
            <a:endParaRPr sz="1300"/>
          </a:p>
        </p:txBody>
      </p:sp>
      <p:sp>
        <p:nvSpPr>
          <p:cNvPr id="32" name="l2-5-d"/>
          <p:cNvSpPr>
            <a:spLocks noGrp="1"/>
          </p:cNvSpPr>
          <p:nvPr/>
        </p:nvSpPr>
        <p:spPr>
          <a:xfrm>
            <a:off x="5283200" y="5137150"/>
            <a:ext cx="406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4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33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4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3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运行平台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34 / 38</a:t>
            </a:r>
            <a:endParaRPr sz="950"/>
          </a:p>
        </p:txBody>
      </p:sp>
      <p:pic>
        <p:nvPicPr>
          <p:cNvPr id="39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mentor"/>
          <p:cNvSpPr>
            <a:spLocks noGrp="1"/>
          </p:cNvSpPr>
          <p:nvPr/>
        </p:nvSpPr>
        <p:spPr>
          <a:xfrm>
            <a:off x="381000" y="1905000"/>
            <a:ext cx="8966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</a:t>
            </a: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对的项目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事实与结论</a:t>
            </a:r>
            <a:endParaRPr sz="1150"/>
          </a:p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</a:t>
            </a: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已核对的项目事实与结论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endParaRPr sz="1150"/>
          </a:p>
        </p:txBody>
      </p:sp>
      <p:sp>
        <p:nvSpPr>
          <p:cNvPr id="10" name="five-title"/>
          <p:cNvSpPr>
            <a:spLocks noGrp="1"/>
          </p:cNvSpPr>
          <p:nvPr/>
        </p:nvSpPr>
        <p:spPr>
          <a:xfrm>
            <a:off x="381000" y="28194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运行平台</a:t>
            </a:r>
            <a:endParaRPr sz="1250"/>
          </a:p>
        </p:txBody>
      </p:sp>
      <p:sp>
        <p:nvSpPr>
          <p:cNvPr id="11" name="fv0-ic"/>
          <p:cNvSpPr>
            <a:spLocks noGrp="1"/>
          </p:cNvSpPr>
          <p:nvPr/>
        </p:nvSpPr>
        <p:spPr>
          <a:xfrm>
            <a:off x="939800" y="349885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2" name="fv0-i"/>
          <p:cNvSpPr>
            <a:spLocks noGrp="1"/>
          </p:cNvSpPr>
          <p:nvPr/>
        </p:nvSpPr>
        <p:spPr>
          <a:xfrm>
            <a:off x="1066800" y="3625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0" y="256"/>
                </a:move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ubicBezTo>
                  <a:pt x="115" y="512"/>
                  <a:pt x="0" y="397"/>
                  <a:pt x="0" y="256"/>
                </a:cubicBezTo>
                <a:close/>
                <a:moveTo>
                  <a:pt x="448" y="256"/>
                </a:moveTo>
                <a:cubicBezTo>
                  <a:pt x="448" y="150"/>
                  <a:pt x="362" y="64"/>
                  <a:pt x="256" y="64"/>
                </a:cubicBezTo>
                <a:cubicBezTo>
                  <a:pt x="150" y="64"/>
                  <a:pt x="64" y="150"/>
                  <a:pt x="64" y="256"/>
                </a:cubicBezTo>
                <a:cubicBezTo>
                  <a:pt x="64" y="362"/>
                  <a:pt x="150" y="448"/>
                  <a:pt x="256" y="448"/>
                </a:cubicBezTo>
                <a:cubicBezTo>
                  <a:pt x="362" y="448"/>
                  <a:pt x="448" y="362"/>
                  <a:pt x="448" y="256"/>
                </a:cubicBezTo>
                <a:close/>
              </a:path>
              <a:path w="512" h="512">
                <a:moveTo>
                  <a:pt x="256" y="112"/>
                </a:moveTo>
                <a:cubicBezTo>
                  <a:pt x="336" y="112"/>
                  <a:pt x="400" y="176"/>
                  <a:pt x="400" y="256"/>
                </a:cubicBezTo>
                <a:cubicBezTo>
                  <a:pt x="400" y="336"/>
                  <a:pt x="336" y="400"/>
                  <a:pt x="256" y="400"/>
                </a:cubicBezTo>
                <a:cubicBezTo>
                  <a:pt x="176" y="400"/>
                  <a:pt x="112" y="336"/>
                  <a:pt x="112" y="256"/>
                </a:cubicBezTo>
                <a:cubicBezTo>
                  <a:pt x="112" y="176"/>
                  <a:pt x="176" y="112"/>
                  <a:pt x="256" y="112"/>
                </a:cubicBezTo>
                <a:close/>
                <a:moveTo>
                  <a:pt x="256" y="336"/>
                </a:moveTo>
                <a:cubicBezTo>
                  <a:pt x="300" y="336"/>
                  <a:pt x="336" y="300"/>
                  <a:pt x="336" y="256"/>
                </a:cubicBezTo>
                <a:cubicBezTo>
                  <a:pt x="336" y="212"/>
                  <a:pt x="300" y="176"/>
                  <a:pt x="256" y="176"/>
                </a:cubicBezTo>
                <a:cubicBezTo>
                  <a:pt x="212" y="176"/>
                  <a:pt x="176" y="212"/>
                  <a:pt x="176" y="256"/>
                </a:cubicBezTo>
                <a:cubicBezTo>
                  <a:pt x="176" y="300"/>
                  <a:pt x="212" y="336"/>
                  <a:pt x="256" y="33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cubicBezTo>
                  <a:pt x="274" y="224"/>
                  <a:pt x="288" y="238"/>
                  <a:pt x="288" y="256"/>
                </a:cubicBezTo>
                <a:cubicBezTo>
                  <a:pt x="288" y="274"/>
                  <a:pt x="274" y="288"/>
                  <a:pt x="256" y="288"/>
                </a:cubicBezTo>
                <a:cubicBezTo>
                  <a:pt x="238" y="288"/>
                  <a:pt x="224" y="274"/>
                  <a:pt x="224" y="25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3" name="fv0-t"/>
          <p:cNvSpPr>
            <a:spLocks noGrp="1"/>
          </p:cNvSpPr>
          <p:nvPr/>
        </p:nvSpPr>
        <p:spPr>
          <a:xfrm>
            <a:off x="381000" y="413385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14" name="fv1-ic"/>
          <p:cNvSpPr>
            <a:spLocks noGrp="1"/>
          </p:cNvSpPr>
          <p:nvPr/>
        </p:nvSpPr>
        <p:spPr>
          <a:xfrm>
            <a:off x="2717800" y="349885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5" name="fv1-i"/>
          <p:cNvSpPr>
            <a:spLocks noGrp="1"/>
          </p:cNvSpPr>
          <p:nvPr/>
        </p:nvSpPr>
        <p:spPr>
          <a:xfrm>
            <a:off x="2844800" y="3625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4" y="56"/>
                </a:moveTo>
                <a:lnTo>
                  <a:pt x="144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256"/>
                </a:lnTo>
                <a:lnTo>
                  <a:pt x="512" y="256"/>
                </a:ln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68" y="96"/>
                </a:lnTo>
                <a:lnTo>
                  <a:pt x="368" y="56"/>
                </a:lnTo>
                <a:cubicBezTo>
                  <a:pt x="368" y="25"/>
                  <a:pt x="343" y="0"/>
                  <a:pt x="312" y="0"/>
                </a:cubicBezTo>
                <a:lnTo>
                  <a:pt x="200" y="0"/>
                </a:lnTo>
                <a:cubicBezTo>
                  <a:pt x="169" y="0"/>
                  <a:pt x="144" y="25"/>
                  <a:pt x="144" y="56"/>
                </a:cubicBezTo>
                <a:close/>
                <a:moveTo>
                  <a:pt x="200" y="48"/>
                </a:moveTo>
                <a:lnTo>
                  <a:pt x="312" y="48"/>
                </a:lnTo>
                <a:cubicBezTo>
                  <a:pt x="316" y="48"/>
                  <a:pt x="320" y="52"/>
                  <a:pt x="320" y="56"/>
                </a:cubicBezTo>
                <a:lnTo>
                  <a:pt x="320" y="96"/>
                </a:lnTo>
                <a:lnTo>
                  <a:pt x="192" y="96"/>
                </a:lnTo>
                <a:lnTo>
                  <a:pt x="192" y="56"/>
                </a:lnTo>
                <a:cubicBezTo>
                  <a:pt x="192" y="52"/>
                  <a:pt x="196" y="48"/>
                  <a:pt x="200" y="48"/>
                </a:cubicBezTo>
                <a:close/>
              </a:path>
              <a:path w="512" h="512">
                <a:moveTo>
                  <a:pt x="512" y="304"/>
                </a:moveTo>
                <a:lnTo>
                  <a:pt x="320" y="304"/>
                </a:lnTo>
                <a:lnTo>
                  <a:pt x="320" y="320"/>
                </a:lnTo>
                <a:cubicBezTo>
                  <a:pt x="320" y="338"/>
                  <a:pt x="306" y="352"/>
                  <a:pt x="288" y="352"/>
                </a:cubicBezTo>
                <a:lnTo>
                  <a:pt x="224" y="352"/>
                </a:lnTo>
                <a:cubicBezTo>
                  <a:pt x="206" y="352"/>
                  <a:pt x="192" y="338"/>
                  <a:pt x="192" y="320"/>
                </a:cubicBezTo>
                <a:lnTo>
                  <a:pt x="192" y="304"/>
                </a:lnTo>
                <a:lnTo>
                  <a:pt x="0" y="304"/>
                </a:ln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304"/>
                </a:ln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6" name="fv1-t"/>
          <p:cNvSpPr>
            <a:spLocks noGrp="1"/>
          </p:cNvSpPr>
          <p:nvPr/>
        </p:nvSpPr>
        <p:spPr>
          <a:xfrm>
            <a:off x="2159000" y="413385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17" name="fv2-ic"/>
          <p:cNvSpPr>
            <a:spLocks noGrp="1"/>
          </p:cNvSpPr>
          <p:nvPr/>
        </p:nvSpPr>
        <p:spPr>
          <a:xfrm>
            <a:off x="4495800" y="349885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8" name="fv2-i"/>
          <p:cNvSpPr>
            <a:spLocks noGrp="1"/>
          </p:cNvSpPr>
          <p:nvPr/>
        </p:nvSpPr>
        <p:spPr>
          <a:xfrm>
            <a:off x="4622800" y="3625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34" y="36"/>
                </a:moveTo>
                <a:cubicBezTo>
                  <a:pt x="145" y="44"/>
                  <a:pt x="147" y="59"/>
                  <a:pt x="140" y="70"/>
                </a:cubicBezTo>
                <a:lnTo>
                  <a:pt x="84" y="150"/>
                </a:lnTo>
                <a:cubicBezTo>
                  <a:pt x="80" y="156"/>
                  <a:pt x="73" y="159"/>
                  <a:pt x="66" y="160"/>
                </a:cubicBezTo>
                <a:cubicBezTo>
                  <a:pt x="59" y="160"/>
                  <a:pt x="52" y="158"/>
                  <a:pt x="47" y="153"/>
                </a:cubicBezTo>
                <a:lnTo>
                  <a:pt x="7" y="113"/>
                </a:lnTo>
                <a:cubicBezTo>
                  <a:pt x="-2" y="104"/>
                  <a:pt x="-2" y="88"/>
                  <a:pt x="7" y="79"/>
                </a:cubicBezTo>
                <a:cubicBezTo>
                  <a:pt x="16" y="70"/>
                  <a:pt x="32" y="70"/>
                  <a:pt x="41" y="79"/>
                </a:cubicBezTo>
                <a:lnTo>
                  <a:pt x="61" y="99"/>
                </a:lnTo>
                <a:lnTo>
                  <a:pt x="100" y="42"/>
                </a:lnTo>
                <a:cubicBezTo>
                  <a:pt x="108" y="31"/>
                  <a:pt x="123" y="29"/>
                  <a:pt x="134" y="36"/>
                </a:cubicBezTo>
                <a:close/>
              </a:path>
              <a:path w="512" h="512">
                <a:moveTo>
                  <a:pt x="134" y="196"/>
                </a:moveTo>
                <a:cubicBezTo>
                  <a:pt x="145" y="204"/>
                  <a:pt x="147" y="219"/>
                  <a:pt x="140" y="230"/>
                </a:cubicBezTo>
                <a:lnTo>
                  <a:pt x="84" y="310"/>
                </a:lnTo>
                <a:cubicBezTo>
                  <a:pt x="80" y="316"/>
                  <a:pt x="73" y="319"/>
                  <a:pt x="66" y="320"/>
                </a:cubicBezTo>
                <a:cubicBezTo>
                  <a:pt x="59" y="320"/>
                  <a:pt x="52" y="318"/>
                  <a:pt x="47" y="313"/>
                </a:cubicBezTo>
                <a:lnTo>
                  <a:pt x="7" y="273"/>
                </a:lnTo>
                <a:cubicBezTo>
                  <a:pt x="-2" y="264"/>
                  <a:pt x="-2" y="248"/>
                  <a:pt x="7" y="239"/>
                </a:cubicBezTo>
                <a:cubicBezTo>
                  <a:pt x="16" y="230"/>
                  <a:pt x="32" y="230"/>
                  <a:pt x="41" y="239"/>
                </a:cubicBezTo>
                <a:lnTo>
                  <a:pt x="61" y="259"/>
                </a:lnTo>
                <a:lnTo>
                  <a:pt x="100" y="202"/>
                </a:lnTo>
                <a:cubicBezTo>
                  <a:pt x="108" y="191"/>
                  <a:pt x="123" y="189"/>
                  <a:pt x="134" y="196"/>
                </a:cubicBezTo>
                <a:close/>
              </a:path>
              <a:path w="512" h="512">
                <a:moveTo>
                  <a:pt x="224" y="96"/>
                </a:moveTo>
                <a:cubicBezTo>
                  <a:pt x="224" y="78"/>
                  <a:pt x="238" y="64"/>
                  <a:pt x="256" y="64"/>
                </a:cubicBezTo>
                <a:lnTo>
                  <a:pt x="480" y="64"/>
                </a:lnTo>
                <a:cubicBezTo>
                  <a:pt x="498" y="64"/>
                  <a:pt x="512" y="78"/>
                  <a:pt x="512" y="96"/>
                </a:cubicBezTo>
                <a:cubicBezTo>
                  <a:pt x="512" y="114"/>
                  <a:pt x="498" y="128"/>
                  <a:pt x="480" y="128"/>
                </a:cubicBezTo>
                <a:lnTo>
                  <a:pt x="256" y="128"/>
                </a:lnTo>
                <a:cubicBezTo>
                  <a:pt x="238" y="128"/>
                  <a:pt x="224" y="114"/>
                  <a:pt x="224" y="96"/>
                </a:cubicBezTo>
                <a:close/>
              </a:path>
              <a:path w="512" h="512">
                <a:moveTo>
                  <a:pt x="224" y="256"/>
                </a:moveTo>
                <a:cubicBezTo>
                  <a:pt x="224" y="238"/>
                  <a:pt x="238" y="224"/>
                  <a:pt x="256" y="224"/>
                </a:cubicBezTo>
                <a:lnTo>
                  <a:pt x="480" y="224"/>
                </a:lnTo>
                <a:cubicBezTo>
                  <a:pt x="498" y="224"/>
                  <a:pt x="512" y="238"/>
                  <a:pt x="512" y="256"/>
                </a:cubicBezTo>
                <a:cubicBezTo>
                  <a:pt x="512" y="274"/>
                  <a:pt x="498" y="288"/>
                  <a:pt x="480" y="288"/>
                </a:cubicBezTo>
                <a:lnTo>
                  <a:pt x="256" y="288"/>
                </a:lnTo>
                <a:cubicBezTo>
                  <a:pt x="238" y="288"/>
                  <a:pt x="224" y="274"/>
                  <a:pt x="224" y="256"/>
                </a:cubicBezTo>
                <a:close/>
              </a:path>
              <a:path w="512" h="512">
                <a:moveTo>
                  <a:pt x="160" y="416"/>
                </a:moveTo>
                <a:cubicBezTo>
                  <a:pt x="160" y="398"/>
                  <a:pt x="174" y="384"/>
                  <a:pt x="192" y="384"/>
                </a:cubicBezTo>
                <a:lnTo>
                  <a:pt x="480" y="384"/>
                </a:lnTo>
                <a:cubicBezTo>
                  <a:pt x="498" y="384"/>
                  <a:pt x="512" y="398"/>
                  <a:pt x="512" y="416"/>
                </a:cubicBezTo>
                <a:cubicBezTo>
                  <a:pt x="512" y="434"/>
                  <a:pt x="498" y="448"/>
                  <a:pt x="480" y="448"/>
                </a:cubicBezTo>
                <a:lnTo>
                  <a:pt x="192" y="448"/>
                </a:lnTo>
                <a:cubicBezTo>
                  <a:pt x="174" y="448"/>
                  <a:pt x="160" y="434"/>
                  <a:pt x="160" y="416"/>
                </a:cubicBezTo>
                <a:close/>
              </a:path>
              <a:path w="512" h="512">
                <a:moveTo>
                  <a:pt x="64" y="376"/>
                </a:moveTo>
                <a:cubicBezTo>
                  <a:pt x="86" y="376"/>
                  <a:pt x="104" y="394"/>
                  <a:pt x="104" y="416"/>
                </a:cubicBezTo>
                <a:cubicBezTo>
                  <a:pt x="104" y="438"/>
                  <a:pt x="86" y="456"/>
                  <a:pt x="64" y="456"/>
                </a:cubicBezTo>
                <a:cubicBezTo>
                  <a:pt x="42" y="456"/>
                  <a:pt x="24" y="438"/>
                  <a:pt x="24" y="416"/>
                </a:cubicBezTo>
                <a:cubicBezTo>
                  <a:pt x="24" y="394"/>
                  <a:pt x="42" y="376"/>
                  <a:pt x="64" y="376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19" name="fv2-t"/>
          <p:cNvSpPr>
            <a:spLocks noGrp="1"/>
          </p:cNvSpPr>
          <p:nvPr/>
        </p:nvSpPr>
        <p:spPr>
          <a:xfrm>
            <a:off x="3937000" y="413385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20" name="fv3-ic"/>
          <p:cNvSpPr>
            <a:spLocks noGrp="1"/>
          </p:cNvSpPr>
          <p:nvPr/>
        </p:nvSpPr>
        <p:spPr>
          <a:xfrm>
            <a:off x="6273800" y="349885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1" name="fv3-i"/>
          <p:cNvSpPr>
            <a:spLocks noGrp="1"/>
          </p:cNvSpPr>
          <p:nvPr/>
        </p:nvSpPr>
        <p:spPr>
          <a:xfrm>
            <a:off x="6400800" y="3625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384" h="512">
                <a:moveTo>
                  <a:pt x="64" y="0"/>
                </a:moveTo>
                <a:cubicBezTo>
                  <a:pt x="29" y="0"/>
                  <a:pt x="0" y="29"/>
                  <a:pt x="0" y="64"/>
                </a:cubicBezTo>
                <a:lnTo>
                  <a:pt x="0" y="448"/>
                </a:lnTo>
                <a:cubicBezTo>
                  <a:pt x="0" y="483"/>
                  <a:pt x="29" y="512"/>
                  <a:pt x="64" y="512"/>
                </a:cubicBezTo>
                <a:lnTo>
                  <a:pt x="320" y="512"/>
                </a:lnTo>
                <a:cubicBezTo>
                  <a:pt x="355" y="512"/>
                  <a:pt x="384" y="483"/>
                  <a:pt x="384" y="448"/>
                </a:cubicBezTo>
                <a:lnTo>
                  <a:pt x="384" y="64"/>
                </a:lnTo>
                <a:cubicBezTo>
                  <a:pt x="384" y="29"/>
                  <a:pt x="355" y="0"/>
                  <a:pt x="320" y="0"/>
                </a:cubicBezTo>
                <a:lnTo>
                  <a:pt x="64" y="0"/>
                </a:lnTo>
                <a:close/>
                <a:moveTo>
                  <a:pt x="160" y="352"/>
                </a:moveTo>
                <a:lnTo>
                  <a:pt x="224" y="352"/>
                </a:lnTo>
                <a:cubicBezTo>
                  <a:pt x="268" y="352"/>
                  <a:pt x="304" y="388"/>
                  <a:pt x="304" y="432"/>
                </a:cubicBezTo>
                <a:cubicBezTo>
                  <a:pt x="304" y="441"/>
                  <a:pt x="297" y="448"/>
                  <a:pt x="288" y="448"/>
                </a:cubicBezTo>
                <a:lnTo>
                  <a:pt x="96" y="448"/>
                </a:lnTo>
                <a:cubicBezTo>
                  <a:pt x="87" y="448"/>
                  <a:pt x="80" y="441"/>
                  <a:pt x="80" y="432"/>
                </a:cubicBezTo>
                <a:cubicBezTo>
                  <a:pt x="80" y="388"/>
                  <a:pt x="116" y="352"/>
                  <a:pt x="160" y="352"/>
                </a:cubicBezTo>
                <a:close/>
                <a:moveTo>
                  <a:pt x="136" y="256"/>
                </a:moveTo>
                <a:cubicBezTo>
                  <a:pt x="136" y="225"/>
                  <a:pt x="161" y="200"/>
                  <a:pt x="192" y="200"/>
                </a:cubicBezTo>
                <a:cubicBezTo>
                  <a:pt x="223" y="200"/>
                  <a:pt x="248" y="225"/>
                  <a:pt x="248" y="256"/>
                </a:cubicBezTo>
                <a:cubicBezTo>
                  <a:pt x="248" y="287"/>
                  <a:pt x="223" y="312"/>
                  <a:pt x="192" y="312"/>
                </a:cubicBezTo>
                <a:cubicBezTo>
                  <a:pt x="161" y="312"/>
                  <a:pt x="136" y="287"/>
                  <a:pt x="136" y="256"/>
                </a:cubicBezTo>
                <a:close/>
                <a:moveTo>
                  <a:pt x="152" y="64"/>
                </a:moveTo>
                <a:lnTo>
                  <a:pt x="232" y="64"/>
                </a:lnTo>
                <a:cubicBezTo>
                  <a:pt x="245" y="64"/>
                  <a:pt x="256" y="75"/>
                  <a:pt x="256" y="88"/>
                </a:cubicBezTo>
                <a:cubicBezTo>
                  <a:pt x="256" y="101"/>
                  <a:pt x="245" y="112"/>
                  <a:pt x="232" y="112"/>
                </a:cubicBezTo>
                <a:lnTo>
                  <a:pt x="152" y="112"/>
                </a:lnTo>
                <a:cubicBezTo>
                  <a:pt x="139" y="112"/>
                  <a:pt x="128" y="101"/>
                  <a:pt x="128" y="88"/>
                </a:cubicBezTo>
                <a:cubicBezTo>
                  <a:pt x="128" y="75"/>
                  <a:pt x="139" y="64"/>
                  <a:pt x="152" y="64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2" name="fv3-t"/>
          <p:cNvSpPr>
            <a:spLocks noGrp="1"/>
          </p:cNvSpPr>
          <p:nvPr/>
        </p:nvSpPr>
        <p:spPr>
          <a:xfrm>
            <a:off x="5715000" y="413385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23" name="fv4-ic"/>
          <p:cNvSpPr>
            <a:spLocks noGrp="1"/>
          </p:cNvSpPr>
          <p:nvPr/>
        </p:nvSpPr>
        <p:spPr>
          <a:xfrm>
            <a:off x="8051800" y="3498850"/>
            <a:ext cx="508000" cy="508000"/>
          </a:xfrm>
          <a:prstGeom prst="ellipse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4" name="fv4-i"/>
          <p:cNvSpPr>
            <a:spLocks noGrp="1"/>
          </p:cNvSpPr>
          <p:nvPr/>
        </p:nvSpPr>
        <p:spPr>
          <a:xfrm>
            <a:off x="8178800" y="362585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64" y="64"/>
                </a:moveTo>
                <a:cubicBezTo>
                  <a:pt x="64" y="29"/>
                  <a:pt x="93" y="0"/>
                  <a:pt x="128" y="0"/>
                </a:cubicBezTo>
                <a:lnTo>
                  <a:pt x="278" y="0"/>
                </a:lnTo>
                <a:cubicBezTo>
                  <a:pt x="295" y="0"/>
                  <a:pt x="311" y="7"/>
                  <a:pt x="323" y="19"/>
                </a:cubicBezTo>
                <a:lnTo>
                  <a:pt x="429" y="125"/>
                </a:lnTo>
                <a:cubicBezTo>
                  <a:pt x="441" y="137"/>
                  <a:pt x="448" y="154"/>
                  <a:pt x="448" y="171"/>
                </a:cubicBezTo>
                <a:lnTo>
                  <a:pt x="448" y="268"/>
                </a:lnTo>
                <a:lnTo>
                  <a:pt x="316" y="400"/>
                </a:lnTo>
                <a:lnTo>
                  <a:pt x="274" y="400"/>
                </a:lnTo>
                <a:lnTo>
                  <a:pt x="258" y="347"/>
                </a:lnTo>
                <a:cubicBezTo>
                  <a:pt x="253" y="331"/>
                  <a:pt x="239" y="320"/>
                  <a:pt x="222" y="320"/>
                </a:cubicBezTo>
                <a:cubicBezTo>
                  <a:pt x="211" y="320"/>
                  <a:pt x="200" y="325"/>
                  <a:pt x="193" y="334"/>
                </a:cubicBezTo>
                <a:lnTo>
                  <a:pt x="133" y="409"/>
                </a:lnTo>
                <a:cubicBezTo>
                  <a:pt x="125" y="419"/>
                  <a:pt x="127" y="435"/>
                  <a:pt x="137" y="443"/>
                </a:cubicBezTo>
                <a:cubicBezTo>
                  <a:pt x="147" y="451"/>
                  <a:pt x="163" y="449"/>
                  <a:pt x="171" y="439"/>
                </a:cubicBezTo>
                <a:lnTo>
                  <a:pt x="218" y="380"/>
                </a:lnTo>
                <a:lnTo>
                  <a:pt x="233" y="431"/>
                </a:lnTo>
                <a:cubicBezTo>
                  <a:pt x="236" y="441"/>
                  <a:pt x="245" y="448"/>
                  <a:pt x="256" y="448"/>
                </a:cubicBezTo>
                <a:lnTo>
                  <a:pt x="288" y="448"/>
                </a:lnTo>
                <a:cubicBezTo>
                  <a:pt x="287" y="451"/>
                  <a:pt x="286" y="454"/>
                  <a:pt x="285" y="457"/>
                </a:cubicBezTo>
                <a:lnTo>
                  <a:pt x="274" y="512"/>
                </a:lnTo>
                <a:lnTo>
                  <a:pt x="128" y="512"/>
                </a:lnTo>
                <a:cubicBezTo>
                  <a:pt x="93" y="512"/>
                  <a:pt x="64" y="483"/>
                  <a:pt x="64" y="448"/>
                </a:cubicBezTo>
                <a:lnTo>
                  <a:pt x="64" y="64"/>
                </a:lnTo>
                <a:close/>
                <a:moveTo>
                  <a:pt x="272" y="59"/>
                </a:moveTo>
                <a:lnTo>
                  <a:pt x="272" y="152"/>
                </a:lnTo>
                <a:cubicBezTo>
                  <a:pt x="272" y="165"/>
                  <a:pt x="283" y="176"/>
                  <a:pt x="296" y="176"/>
                </a:cubicBezTo>
                <a:lnTo>
                  <a:pt x="390" y="176"/>
                </a:lnTo>
                <a:lnTo>
                  <a:pt x="272" y="59"/>
                </a:lnTo>
                <a:close/>
              </a:path>
              <a:path w="640" h="512">
                <a:moveTo>
                  <a:pt x="332" y="467"/>
                </a:moveTo>
                <a:cubicBezTo>
                  <a:pt x="335" y="455"/>
                  <a:pt x="341" y="443"/>
                  <a:pt x="350" y="434"/>
                </a:cubicBezTo>
                <a:lnTo>
                  <a:pt x="469" y="315"/>
                </a:lnTo>
                <a:lnTo>
                  <a:pt x="549" y="395"/>
                </a:lnTo>
                <a:lnTo>
                  <a:pt x="430" y="514"/>
                </a:lnTo>
                <a:cubicBezTo>
                  <a:pt x="421" y="523"/>
                  <a:pt x="410" y="529"/>
                  <a:pt x="397" y="532"/>
                </a:cubicBezTo>
                <a:lnTo>
                  <a:pt x="338" y="544"/>
                </a:lnTo>
                <a:cubicBezTo>
                  <a:pt x="337" y="544"/>
                  <a:pt x="336" y="544"/>
                  <a:pt x="335" y="544"/>
                </a:cubicBezTo>
                <a:cubicBezTo>
                  <a:pt x="327" y="544"/>
                  <a:pt x="320" y="537"/>
                  <a:pt x="320" y="529"/>
                </a:cubicBezTo>
                <a:cubicBezTo>
                  <a:pt x="320" y="528"/>
                  <a:pt x="320" y="527"/>
                  <a:pt x="320" y="526"/>
                </a:cubicBezTo>
                <a:lnTo>
                  <a:pt x="332" y="467"/>
                </a:lnTo>
                <a:close/>
              </a:path>
              <a:path w="640" h="512">
                <a:moveTo>
                  <a:pt x="600" y="344"/>
                </a:moveTo>
                <a:lnTo>
                  <a:pt x="571" y="373"/>
                </a:lnTo>
                <a:lnTo>
                  <a:pt x="491" y="293"/>
                </a:lnTo>
                <a:lnTo>
                  <a:pt x="520" y="264"/>
                </a:lnTo>
                <a:cubicBezTo>
                  <a:pt x="542" y="242"/>
                  <a:pt x="578" y="242"/>
                  <a:pt x="600" y="264"/>
                </a:cubicBezTo>
                <a:cubicBezTo>
                  <a:pt x="622" y="286"/>
                  <a:pt x="622" y="322"/>
                  <a:pt x="600" y="344"/>
                </a:cubicBezTo>
                <a:close/>
              </a:path>
            </a:pathLst>
          </a:custGeom>
          <a:solidFill>
            <a:srgbClr val="E8862D"/>
          </a:solidFill>
          <a:ln>
            <a:noFill/>
          </a:ln>
        </p:spPr>
      </p:sp>
      <p:sp>
        <p:nvSpPr>
          <p:cNvPr id="25" name="fv4-t"/>
          <p:cNvSpPr>
            <a:spLocks noGrp="1"/>
          </p:cNvSpPr>
          <p:nvPr/>
        </p:nvSpPr>
        <p:spPr>
          <a:xfrm>
            <a:off x="7493000" y="4133850"/>
            <a:ext cx="16256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>
              <a:lnSpc>
                <a:spcPct val="14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26" name="req-box"/>
          <p:cNvSpPr>
            <a:spLocks noGrp="1"/>
          </p:cNvSpPr>
          <p:nvPr/>
        </p:nvSpPr>
        <p:spPr>
          <a:xfrm>
            <a:off x="381000" y="4800600"/>
            <a:ext cx="8966200" cy="914400"/>
          </a:xfrm>
          <a:prstGeom prst="rect">
            <a:avLst/>
          </a:prstGeom>
          <a:solidFill>
            <a:srgbClr val="F9EDE0"/>
          </a:solidFill>
          <a:ln>
            <a:noFill/>
          </a:ln>
        </p:spPr>
      </p:sp>
      <p:sp>
        <p:nvSpPr>
          <p:cNvPr id="27" name="req-chip"/>
          <p:cNvSpPr>
            <a:spLocks noGrp="1"/>
          </p:cNvSpPr>
          <p:nvPr/>
        </p:nvSpPr>
        <p:spPr>
          <a:xfrm>
            <a:off x="381000" y="4800600"/>
            <a:ext cx="76200" cy="9144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8" name="req-t"/>
          <p:cNvSpPr>
            <a:spLocks noGrp="1"/>
          </p:cNvSpPr>
          <p:nvPr/>
        </p:nvSpPr>
        <p:spPr>
          <a:xfrm>
            <a:off x="685800" y="4927600"/>
            <a:ext cx="8382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60000"/>
              </a:lnSpc>
              <a:buNone/>
            </a:pPr>
            <a:r>
              <a:rPr sz="115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</a:t>
            </a: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写已核对的项目事实与结论</a:t>
            </a:r>
            <a:endParaRPr sz="1150"/>
          </a:p>
          <a:p>
            <a:pPr algn="l">
              <a:lnSpc>
                <a:spcPct val="16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50"/>
          </a:p>
        </p:txBody>
      </p:sp>
      <p:sp>
        <p:nvSpPr>
          <p:cNvPr id="29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0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889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协作机制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8890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35 / 38</a:t>
            </a:r>
            <a:endParaRPr sz="950"/>
          </a:p>
        </p:txBody>
      </p:sp>
      <p:pic>
        <p:nvPicPr>
          <p:cNvPr id="48" name="side-stri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855200" y="0"/>
            <a:ext cx="2336800" cy="6731000"/>
          </a:xfrm>
          <a:prstGeom prst="rect">
            <a:avLst/>
          </a:prstGeom>
          <a:ln>
            <a:noFill/>
          </a:ln>
        </p:spPr>
      </p:pic>
      <p:sp>
        <p:nvSpPr>
          <p:cNvPr id="9" name="st0"/>
          <p:cNvSpPr>
            <a:spLocks noGrp="1"/>
          </p:cNvSpPr>
          <p:nvPr/>
        </p:nvSpPr>
        <p:spPr>
          <a:xfrm>
            <a:off x="3810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0" name="st0-t"/>
          <p:cNvSpPr>
            <a:spLocks noGrp="1"/>
          </p:cNvSpPr>
          <p:nvPr/>
        </p:nvSpPr>
        <p:spPr>
          <a:xfrm>
            <a:off x="4064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1" name="st1"/>
          <p:cNvSpPr>
            <a:spLocks noGrp="1"/>
          </p:cNvSpPr>
          <p:nvPr/>
        </p:nvSpPr>
        <p:spPr>
          <a:xfrm>
            <a:off x="18923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2" name="st1-t"/>
          <p:cNvSpPr>
            <a:spLocks noGrp="1"/>
          </p:cNvSpPr>
          <p:nvPr/>
        </p:nvSpPr>
        <p:spPr>
          <a:xfrm>
            <a:off x="19177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3" name="st2"/>
          <p:cNvSpPr>
            <a:spLocks noGrp="1"/>
          </p:cNvSpPr>
          <p:nvPr/>
        </p:nvSpPr>
        <p:spPr>
          <a:xfrm>
            <a:off x="34036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4" name="st2-t"/>
          <p:cNvSpPr>
            <a:spLocks noGrp="1"/>
          </p:cNvSpPr>
          <p:nvPr/>
        </p:nvSpPr>
        <p:spPr>
          <a:xfrm>
            <a:off x="34290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5" name="st3"/>
          <p:cNvSpPr>
            <a:spLocks noGrp="1"/>
          </p:cNvSpPr>
          <p:nvPr/>
        </p:nvSpPr>
        <p:spPr>
          <a:xfrm>
            <a:off x="49149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6" name="st3-t"/>
          <p:cNvSpPr>
            <a:spLocks noGrp="1"/>
          </p:cNvSpPr>
          <p:nvPr/>
        </p:nvSpPr>
        <p:spPr>
          <a:xfrm>
            <a:off x="49403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7" name="st4"/>
          <p:cNvSpPr>
            <a:spLocks noGrp="1"/>
          </p:cNvSpPr>
          <p:nvPr/>
        </p:nvSpPr>
        <p:spPr>
          <a:xfrm>
            <a:off x="64262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8" name="st4-t"/>
          <p:cNvSpPr>
            <a:spLocks noGrp="1"/>
          </p:cNvSpPr>
          <p:nvPr/>
        </p:nvSpPr>
        <p:spPr>
          <a:xfrm>
            <a:off x="64516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19" name="st5"/>
          <p:cNvSpPr>
            <a:spLocks noGrp="1"/>
          </p:cNvSpPr>
          <p:nvPr/>
        </p:nvSpPr>
        <p:spPr>
          <a:xfrm>
            <a:off x="7937500" y="19304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20" name="st5-t"/>
          <p:cNvSpPr>
            <a:spLocks noGrp="1"/>
          </p:cNvSpPr>
          <p:nvPr/>
        </p:nvSpPr>
        <p:spPr>
          <a:xfrm>
            <a:off x="7962900" y="19304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1" name="st6"/>
          <p:cNvSpPr>
            <a:spLocks noGrp="1"/>
          </p:cNvSpPr>
          <p:nvPr/>
        </p:nvSpPr>
        <p:spPr>
          <a:xfrm>
            <a:off x="3810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22" name="st6-t"/>
          <p:cNvSpPr>
            <a:spLocks noGrp="1"/>
          </p:cNvSpPr>
          <p:nvPr/>
        </p:nvSpPr>
        <p:spPr>
          <a:xfrm>
            <a:off x="4064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3" name="st7"/>
          <p:cNvSpPr>
            <a:spLocks noGrp="1"/>
          </p:cNvSpPr>
          <p:nvPr/>
        </p:nvSpPr>
        <p:spPr>
          <a:xfrm>
            <a:off x="18923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24" name="st7-t"/>
          <p:cNvSpPr>
            <a:spLocks noGrp="1"/>
          </p:cNvSpPr>
          <p:nvPr/>
        </p:nvSpPr>
        <p:spPr>
          <a:xfrm>
            <a:off x="19177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26项</a:t>
            </a:r>
            <a:endParaRPr sz="1000"/>
          </a:p>
        </p:txBody>
      </p:sp>
      <p:sp>
        <p:nvSpPr>
          <p:cNvPr id="25" name="st8"/>
          <p:cNvSpPr>
            <a:spLocks noGrp="1"/>
          </p:cNvSpPr>
          <p:nvPr/>
        </p:nvSpPr>
        <p:spPr>
          <a:xfrm>
            <a:off x="34036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26" name="st8-t"/>
          <p:cNvSpPr>
            <a:spLocks noGrp="1"/>
          </p:cNvSpPr>
          <p:nvPr/>
        </p:nvSpPr>
        <p:spPr>
          <a:xfrm>
            <a:off x="34290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27" name="st9"/>
          <p:cNvSpPr>
            <a:spLocks noGrp="1"/>
          </p:cNvSpPr>
          <p:nvPr/>
        </p:nvSpPr>
        <p:spPr>
          <a:xfrm>
            <a:off x="49149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1E3D6E"/>
          </a:solidFill>
          <a:ln>
            <a:noFill/>
          </a:ln>
        </p:spPr>
      </p:sp>
      <p:sp>
        <p:nvSpPr>
          <p:cNvPr id="28" name="st9-t"/>
          <p:cNvSpPr>
            <a:spLocks noGrp="1"/>
          </p:cNvSpPr>
          <p:nvPr/>
        </p:nvSpPr>
        <p:spPr>
          <a:xfrm>
            <a:off x="49403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00"/>
          </a:p>
        </p:txBody>
      </p:sp>
      <p:sp>
        <p:nvSpPr>
          <p:cNvPr id="29" name="st10"/>
          <p:cNvSpPr>
            <a:spLocks noGrp="1"/>
          </p:cNvSpPr>
          <p:nvPr/>
        </p:nvSpPr>
        <p:spPr>
          <a:xfrm>
            <a:off x="64262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30" name="st10-t"/>
          <p:cNvSpPr>
            <a:spLocks noGrp="1"/>
          </p:cNvSpPr>
          <p:nvPr/>
        </p:nvSpPr>
        <p:spPr>
          <a:xfrm>
            <a:off x="64516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计划</a:t>
            </a:r>
            <a:endParaRPr sz="1000"/>
          </a:p>
        </p:txBody>
      </p:sp>
      <p:sp>
        <p:nvSpPr>
          <p:cNvPr id="31" name="st11"/>
          <p:cNvSpPr>
            <a:spLocks noGrp="1"/>
          </p:cNvSpPr>
          <p:nvPr/>
        </p:nvSpPr>
        <p:spPr>
          <a:xfrm>
            <a:off x="7937500" y="2743200"/>
            <a:ext cx="1346200" cy="508000"/>
          </a:xfrm>
          <a:prstGeom prst="homePlate">
            <a:avLst>
              <a:gd name="adj" fmla="val 18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32" name="st11-t"/>
          <p:cNvSpPr>
            <a:spLocks noGrp="1"/>
          </p:cNvSpPr>
          <p:nvPr/>
        </p:nvSpPr>
        <p:spPr>
          <a:xfrm>
            <a:off x="7962900" y="2743200"/>
            <a:ext cx="12192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00"/>
          </a:p>
        </p:txBody>
      </p:sp>
      <p:sp>
        <p:nvSpPr>
          <p:cNvPr id="33" name="loop-note"/>
          <p:cNvSpPr>
            <a:spLocks noGrp="1"/>
          </p:cNvSpPr>
          <p:nvPr/>
        </p:nvSpPr>
        <p:spPr>
          <a:xfrm>
            <a:off x="381000" y="3657600"/>
            <a:ext cx="89662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5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</a:t>
            </a:r>
            <a:r>
              <a:rPr sz="12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填写已</a:t>
            </a: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核对的项目</a:t>
            </a:r>
            <a:r>
              <a:rPr sz="1200" b="1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事实</a:t>
            </a: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与结论</a:t>
            </a:r>
            <a:endParaRPr sz="1200"/>
          </a:p>
          <a:p>
            <a:pPr algn="l">
              <a:lnSpc>
                <a:spcPct val="165000"/>
              </a:lnSpc>
              <a:buNone/>
            </a:pP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</a:t>
            </a:r>
            <a:r>
              <a:rPr sz="1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填写已核</a:t>
            </a:r>
            <a:r>
              <a:rPr sz="120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对的项目事实与结论</a:t>
            </a:r>
            <a:endParaRPr sz="1200"/>
          </a:p>
        </p:txBody>
      </p:sp>
      <p:sp>
        <p:nvSpPr>
          <p:cNvPr id="34" name="goal-box"/>
          <p:cNvSpPr>
            <a:spLocks noGrp="1"/>
          </p:cNvSpPr>
          <p:nvPr/>
        </p:nvSpPr>
        <p:spPr>
          <a:xfrm>
            <a:off x="381000" y="4648200"/>
            <a:ext cx="8966200" cy="11176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35" name="goal-chip"/>
          <p:cNvSpPr>
            <a:spLocks noGrp="1"/>
          </p:cNvSpPr>
          <p:nvPr/>
        </p:nvSpPr>
        <p:spPr>
          <a:xfrm>
            <a:off x="381000" y="4648200"/>
            <a:ext cx="89662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6" name="goal-t"/>
          <p:cNvSpPr>
            <a:spLocks noGrp="1"/>
          </p:cNvSpPr>
          <p:nvPr/>
        </p:nvSpPr>
        <p:spPr>
          <a:xfrm>
            <a:off x="635000" y="4813300"/>
            <a:ext cx="8458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200"/>
          </a:p>
        </p:txBody>
      </p:sp>
      <p:sp>
        <p:nvSpPr>
          <p:cNvPr id="37" name="goal-d"/>
          <p:cNvSpPr>
            <a:spLocks noGrp="1"/>
          </p:cNvSpPr>
          <p:nvPr/>
        </p:nvSpPr>
        <p:spPr>
          <a:xfrm>
            <a:off x="635000" y="5054600"/>
            <a:ext cx="84582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5000"/>
              </a:lnSpc>
              <a:buNone/>
            </a:pPr>
            <a:r>
              <a:rPr sz="12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  <a:p>
            <a:pPr algn="l">
              <a:lnSpc>
                <a:spcPct val="155000"/>
              </a:lnSpc>
              <a:buNone/>
            </a:pPr>
            <a:r>
              <a:rPr sz="12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</a:t>
            </a:r>
            <a:r>
              <a:rPr sz="12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目事实与结论</a:t>
            </a:r>
            <a:r>
              <a:rPr sz="12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endParaRPr sz="1200"/>
          </a:p>
        </p:txBody>
      </p:sp>
      <p:sp>
        <p:nvSpPr>
          <p:cNvPr id="38" name="cc-chip"/>
          <p:cNvSpPr>
            <a:spLocks noGrp="1"/>
          </p:cNvSpPr>
          <p:nvPr/>
        </p:nvSpPr>
        <p:spPr>
          <a:xfrm>
            <a:off x="381000" y="6197600"/>
            <a:ext cx="203200" cy="381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9" name="cc-txt"/>
          <p:cNvSpPr>
            <a:spLocks noGrp="1"/>
          </p:cNvSpPr>
          <p:nvPr/>
        </p:nvSpPr>
        <p:spPr>
          <a:xfrm>
            <a:off x="685800" y="6083300"/>
            <a:ext cx="8661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>
                <a:solidFill>
                  <a:srgbClr val="1E2A3A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5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6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组织架构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36 / 38</a:t>
            </a:r>
            <a:endParaRPr sz="950"/>
          </a:p>
        </p:txBody>
      </p:sp>
      <p:sp>
        <p:nvSpPr>
          <p:cNvPr id="8" name="in-box1"/>
          <p:cNvSpPr>
            <a:spLocks noGrp="1"/>
          </p:cNvSpPr>
          <p:nvPr/>
        </p:nvSpPr>
        <p:spPr>
          <a:xfrm>
            <a:off x="381000" y="2343150"/>
            <a:ext cx="17526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05C"/>
            </a:solidFill>
          </a:ln>
        </p:spPr>
      </p:sp>
      <p:sp>
        <p:nvSpPr>
          <p:cNvPr id="9" name="in-t1"/>
          <p:cNvSpPr>
            <a:spLocks noGrp="1"/>
          </p:cNvSpPr>
          <p:nvPr/>
        </p:nvSpPr>
        <p:spPr>
          <a:xfrm>
            <a:off x="508000" y="2444750"/>
            <a:ext cx="149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10" name="in-d1"/>
          <p:cNvSpPr>
            <a:spLocks noGrp="1"/>
          </p:cNvSpPr>
          <p:nvPr/>
        </p:nvSpPr>
        <p:spPr>
          <a:xfrm>
            <a:off x="508000" y="2724150"/>
            <a:ext cx="1498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950"/>
          </a:p>
        </p:txBody>
      </p:sp>
      <p:sp>
        <p:nvSpPr>
          <p:cNvPr id="11" name="in-ar1"/>
          <p:cNvSpPr>
            <a:spLocks noGrp="1"/>
          </p:cNvSpPr>
          <p:nvPr/>
        </p:nvSpPr>
        <p:spPr>
          <a:xfrm>
            <a:off x="2159000" y="2825750"/>
            <a:ext cx="508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2" name="in-box2"/>
          <p:cNvSpPr>
            <a:spLocks noGrp="1"/>
          </p:cNvSpPr>
          <p:nvPr/>
        </p:nvSpPr>
        <p:spPr>
          <a:xfrm>
            <a:off x="381000" y="3892550"/>
            <a:ext cx="17526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6305C"/>
            </a:solidFill>
          </a:ln>
        </p:spPr>
      </p:sp>
      <p:sp>
        <p:nvSpPr>
          <p:cNvPr id="13" name="in-t2"/>
          <p:cNvSpPr>
            <a:spLocks noGrp="1"/>
          </p:cNvSpPr>
          <p:nvPr/>
        </p:nvSpPr>
        <p:spPr>
          <a:xfrm>
            <a:off x="508000" y="3994150"/>
            <a:ext cx="1498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1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150"/>
          </a:p>
        </p:txBody>
      </p:sp>
      <p:sp>
        <p:nvSpPr>
          <p:cNvPr id="14" name="in-d2"/>
          <p:cNvSpPr>
            <a:spLocks noGrp="1"/>
          </p:cNvSpPr>
          <p:nvPr/>
        </p:nvSpPr>
        <p:spPr>
          <a:xfrm>
            <a:off x="508000" y="4273550"/>
            <a:ext cx="14986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950"/>
          </a:p>
        </p:txBody>
      </p:sp>
      <p:sp>
        <p:nvSpPr>
          <p:cNvPr id="15" name="in-ar2"/>
          <p:cNvSpPr>
            <a:spLocks noGrp="1"/>
          </p:cNvSpPr>
          <p:nvPr/>
        </p:nvSpPr>
        <p:spPr>
          <a:xfrm>
            <a:off x="2159000" y="4375150"/>
            <a:ext cx="5080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6305C"/>
          </a:solidFill>
          <a:ln>
            <a:noFill/>
          </a:ln>
        </p:spPr>
      </p:sp>
      <p:sp>
        <p:nvSpPr>
          <p:cNvPr id="16" name="L3-box"/>
          <p:cNvSpPr>
            <a:spLocks noGrp="1"/>
          </p:cNvSpPr>
          <p:nvPr/>
        </p:nvSpPr>
        <p:spPr>
          <a:xfrm>
            <a:off x="2794000" y="1758950"/>
            <a:ext cx="9017000" cy="7874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7" name="L3-chip"/>
          <p:cNvSpPr>
            <a:spLocks noGrp="1"/>
          </p:cNvSpPr>
          <p:nvPr/>
        </p:nvSpPr>
        <p:spPr>
          <a:xfrm>
            <a:off x="2794000" y="1758950"/>
            <a:ext cx="762000" cy="254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8" name="L3-chipt"/>
          <p:cNvSpPr>
            <a:spLocks noGrp="1"/>
          </p:cNvSpPr>
          <p:nvPr/>
        </p:nvSpPr>
        <p:spPr>
          <a:xfrm>
            <a:off x="2794000" y="175895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000"/>
          </a:p>
        </p:txBody>
      </p:sp>
      <p:sp>
        <p:nvSpPr>
          <p:cNvPr id="19" name="L3-t"/>
          <p:cNvSpPr>
            <a:spLocks noGrp="1"/>
          </p:cNvSpPr>
          <p:nvPr/>
        </p:nvSpPr>
        <p:spPr>
          <a:xfrm>
            <a:off x="2997200" y="203835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400"/>
          </a:p>
        </p:txBody>
      </p:sp>
      <p:sp>
        <p:nvSpPr>
          <p:cNvPr id="20" name="L3-d"/>
          <p:cNvSpPr>
            <a:spLocks noGrp="1"/>
          </p:cNvSpPr>
          <p:nvPr/>
        </p:nvSpPr>
        <p:spPr>
          <a:xfrm>
            <a:off x="2997200" y="2292350"/>
            <a:ext cx="863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FFFFFF">
                    <a:alpha val="7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00"/>
          </a:p>
        </p:txBody>
      </p:sp>
      <p:sp>
        <p:nvSpPr>
          <p:cNvPr id="21" name="up1"/>
          <p:cNvSpPr>
            <a:spLocks noGrp="1"/>
          </p:cNvSpPr>
          <p:nvPr/>
        </p:nvSpPr>
        <p:spPr>
          <a:xfrm>
            <a:off x="5664200" y="2597150"/>
            <a:ext cx="254000" cy="330200"/>
          </a:xfrm>
          <a:prstGeom prst="up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22" name="up2"/>
          <p:cNvSpPr>
            <a:spLocks noGrp="1"/>
          </p:cNvSpPr>
          <p:nvPr/>
        </p:nvSpPr>
        <p:spPr>
          <a:xfrm>
            <a:off x="8674100" y="2597150"/>
            <a:ext cx="254000" cy="330200"/>
          </a:xfrm>
          <a:prstGeom prst="up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23" name="L2-box"/>
          <p:cNvSpPr>
            <a:spLocks noGrp="1"/>
          </p:cNvSpPr>
          <p:nvPr/>
        </p:nvSpPr>
        <p:spPr>
          <a:xfrm>
            <a:off x="2794000" y="2978150"/>
            <a:ext cx="9017000" cy="1498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6305C"/>
            </a:solidFill>
          </a:ln>
        </p:spPr>
      </p:sp>
      <p:sp>
        <p:nvSpPr>
          <p:cNvPr id="24" name="L2-chip"/>
          <p:cNvSpPr>
            <a:spLocks noGrp="1"/>
          </p:cNvSpPr>
          <p:nvPr/>
        </p:nvSpPr>
        <p:spPr>
          <a:xfrm>
            <a:off x="2794000" y="2978150"/>
            <a:ext cx="762000" cy="254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25" name="L2-chipt"/>
          <p:cNvSpPr>
            <a:spLocks noGrp="1"/>
          </p:cNvSpPr>
          <p:nvPr/>
        </p:nvSpPr>
        <p:spPr>
          <a:xfrm>
            <a:off x="2794000" y="297815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000"/>
          </a:p>
        </p:txBody>
      </p:sp>
      <p:sp>
        <p:nvSpPr>
          <p:cNvPr id="26" name="L2-t"/>
          <p:cNvSpPr>
            <a:spLocks noGrp="1"/>
          </p:cNvSpPr>
          <p:nvPr/>
        </p:nvSpPr>
        <p:spPr>
          <a:xfrm>
            <a:off x="2997200" y="325755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350"/>
          </a:p>
        </p:txBody>
      </p:sp>
      <p:sp>
        <p:nvSpPr>
          <p:cNvPr id="27" name="L2-c1"/>
          <p:cNvSpPr>
            <a:spLocks noGrp="1"/>
          </p:cNvSpPr>
          <p:nvPr/>
        </p:nvSpPr>
        <p:spPr>
          <a:xfrm>
            <a:off x="2997200" y="3613150"/>
            <a:ext cx="2667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28" name="L2-c1t"/>
          <p:cNvSpPr>
            <a:spLocks noGrp="1"/>
          </p:cNvSpPr>
          <p:nvPr/>
        </p:nvSpPr>
        <p:spPr>
          <a:xfrm>
            <a:off x="2997200" y="361315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buNone/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050"/>
          </a:p>
        </p:txBody>
      </p:sp>
      <p:sp>
        <p:nvSpPr>
          <p:cNvPr id="29" name="L2-c2"/>
          <p:cNvSpPr>
            <a:spLocks noGrp="1"/>
          </p:cNvSpPr>
          <p:nvPr/>
        </p:nvSpPr>
        <p:spPr>
          <a:xfrm>
            <a:off x="5969000" y="3613150"/>
            <a:ext cx="2667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30" name="L2-c2t"/>
          <p:cNvSpPr>
            <a:spLocks noGrp="1"/>
          </p:cNvSpPr>
          <p:nvPr/>
        </p:nvSpPr>
        <p:spPr>
          <a:xfrm>
            <a:off x="5969000" y="361315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buNone/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31" name="L2-c3"/>
          <p:cNvSpPr>
            <a:spLocks noGrp="1"/>
          </p:cNvSpPr>
          <p:nvPr/>
        </p:nvSpPr>
        <p:spPr>
          <a:xfrm>
            <a:off x="8940800" y="3613150"/>
            <a:ext cx="2667000" cy="660400"/>
          </a:xfrm>
          <a:prstGeom prst="rect">
            <a:avLst/>
          </a:prstGeom>
          <a:solidFill>
            <a:srgbClr val="E9EEF5"/>
          </a:solidFill>
          <a:ln>
            <a:noFill/>
          </a:ln>
        </p:spPr>
      </p:sp>
      <p:sp>
        <p:nvSpPr>
          <p:cNvPr id="32" name="L2-c3t"/>
          <p:cNvSpPr>
            <a:spLocks noGrp="1"/>
          </p:cNvSpPr>
          <p:nvPr/>
        </p:nvSpPr>
        <p:spPr>
          <a:xfrm>
            <a:off x="8940800" y="3613150"/>
            <a:ext cx="26670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ctr">
              <a:lnSpc>
                <a:spcPct val="135000"/>
              </a:lnSpc>
              <a:buNone/>
            </a:pPr>
            <a:r>
              <a:rPr sz="10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050"/>
          </a:p>
        </p:txBody>
      </p:sp>
      <p:sp>
        <p:nvSpPr>
          <p:cNvPr id="33" name="up3"/>
          <p:cNvSpPr>
            <a:spLocks noGrp="1"/>
          </p:cNvSpPr>
          <p:nvPr/>
        </p:nvSpPr>
        <p:spPr>
          <a:xfrm>
            <a:off x="5664200" y="4527550"/>
            <a:ext cx="254000" cy="330200"/>
          </a:xfrm>
          <a:prstGeom prst="up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34" name="up4"/>
          <p:cNvSpPr>
            <a:spLocks noGrp="1"/>
          </p:cNvSpPr>
          <p:nvPr/>
        </p:nvSpPr>
        <p:spPr>
          <a:xfrm>
            <a:off x="8674100" y="4527550"/>
            <a:ext cx="254000" cy="330200"/>
          </a:xfrm>
          <a:prstGeom prst="upArrow">
            <a:avLst>
              <a:gd name="adj1" fmla="val 40000"/>
              <a:gd name="adj2" fmla="val 4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35" name="L1-box"/>
          <p:cNvSpPr>
            <a:spLocks noGrp="1"/>
          </p:cNvSpPr>
          <p:nvPr/>
        </p:nvSpPr>
        <p:spPr>
          <a:xfrm>
            <a:off x="2794000" y="4908550"/>
            <a:ext cx="9017000" cy="965200"/>
          </a:xfrm>
          <a:prstGeom prst="rect">
            <a:avLst/>
          </a:prstGeom>
          <a:solidFill>
            <a:srgbClr val="31507F"/>
          </a:solidFill>
          <a:ln>
            <a:noFill/>
          </a:ln>
        </p:spPr>
      </p:sp>
      <p:sp>
        <p:nvSpPr>
          <p:cNvPr id="36" name="L1-chip"/>
          <p:cNvSpPr>
            <a:spLocks noGrp="1"/>
          </p:cNvSpPr>
          <p:nvPr/>
        </p:nvSpPr>
        <p:spPr>
          <a:xfrm>
            <a:off x="2794000" y="4908550"/>
            <a:ext cx="762000" cy="254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7" name="L1-chipt"/>
          <p:cNvSpPr>
            <a:spLocks noGrp="1"/>
          </p:cNvSpPr>
          <p:nvPr/>
        </p:nvSpPr>
        <p:spPr>
          <a:xfrm>
            <a:off x="2794000" y="4908550"/>
            <a:ext cx="76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0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示例</a:t>
            </a:r>
            <a:endParaRPr sz="1000"/>
          </a:p>
        </p:txBody>
      </p:sp>
      <p:sp>
        <p:nvSpPr>
          <p:cNvPr id="38" name="L1-t"/>
          <p:cNvSpPr>
            <a:spLocks noGrp="1"/>
          </p:cNvSpPr>
          <p:nvPr/>
        </p:nvSpPr>
        <p:spPr>
          <a:xfrm>
            <a:off x="2997200" y="5187950"/>
            <a:ext cx="8636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4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400"/>
          </a:p>
        </p:txBody>
      </p:sp>
      <p:sp>
        <p:nvSpPr>
          <p:cNvPr id="39" name="L1-d"/>
          <p:cNvSpPr>
            <a:spLocks noGrp="1"/>
          </p:cNvSpPr>
          <p:nvPr/>
        </p:nvSpPr>
        <p:spPr>
          <a:xfrm>
            <a:off x="2997200" y="5467350"/>
            <a:ext cx="8636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00">
                <a:solidFill>
                  <a:srgbClr val="FFFFFF">
                    <a:alpha val="70196"/>
                  </a:srgbClr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000"/>
          </a:p>
        </p:txBody>
      </p:sp>
      <p:sp>
        <p:nvSpPr>
          <p:cNvPr id="40" name="cc-bar"/>
          <p:cNvSpPr>
            <a:spLocks noGrp="1"/>
          </p:cNvSpPr>
          <p:nvPr/>
        </p:nvSpPr>
        <p:spPr>
          <a:xfrm>
            <a:off x="381000" y="61722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1" name="cc-chip"/>
          <p:cNvSpPr>
            <a:spLocks noGrp="1"/>
          </p:cNvSpPr>
          <p:nvPr/>
        </p:nvSpPr>
        <p:spPr>
          <a:xfrm>
            <a:off x="381000" y="61722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2" name="cc-txt"/>
          <p:cNvSpPr>
            <a:spLocks noGrp="1"/>
          </p:cNvSpPr>
          <p:nvPr/>
        </p:nvSpPr>
        <p:spPr>
          <a:xfrm>
            <a:off x="660400" y="61722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00"/>
          </a:p>
        </p:txBody>
      </p:sp>
      <p:sp>
        <p:nvSpPr>
          <p:cNvPr id="43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44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2" name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203200"/>
            <a:ext cx="1905000" cy="419100"/>
          </a:xfrm>
          <a:prstGeom prst="rect">
            <a:avLst/>
          </a:prstGeom>
          <a:ln>
            <a:noFill/>
          </a:ln>
        </p:spPr>
      </p:pic>
      <p:sp>
        <p:nvSpPr>
          <p:cNvPr id="3" name="hd-dash"/>
          <p:cNvSpPr>
            <a:spLocks noGrp="1"/>
          </p:cNvSpPr>
          <p:nvPr/>
        </p:nvSpPr>
        <p:spPr>
          <a:xfrm>
            <a:off x="381000" y="762000"/>
            <a:ext cx="304800" cy="508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4" name="hd-line"/>
          <p:cNvSpPr>
            <a:spLocks noGrp="1"/>
          </p:cNvSpPr>
          <p:nvPr/>
        </p:nvSpPr>
        <p:spPr>
          <a:xfrm>
            <a:off x="736600" y="787400"/>
            <a:ext cx="7112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5" name="tag"/>
          <p:cNvSpPr>
            <a:spLocks noGrp="1"/>
          </p:cNvSpPr>
          <p:nvPr/>
        </p:nvSpPr>
        <p:spPr>
          <a:xfrm>
            <a:off x="381000" y="965200"/>
            <a:ext cx="8128000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05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050"/>
          </a:p>
        </p:txBody>
      </p:sp>
      <p:sp>
        <p:nvSpPr>
          <p:cNvPr id="6" name="title"/>
          <p:cNvSpPr>
            <a:spLocks noGrp="1"/>
          </p:cNvSpPr>
          <p:nvPr/>
        </p:nvSpPr>
        <p:spPr>
          <a:xfrm>
            <a:off x="381000" y="1193800"/>
            <a:ext cx="114300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23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阶段计划</a:t>
            </a:r>
            <a:endParaRPr sz="2300"/>
          </a:p>
        </p:txBody>
      </p:sp>
      <p:sp>
        <p:nvSpPr>
          <p:cNvPr id="7" name="page-num"/>
          <p:cNvSpPr>
            <a:spLocks noGrp="1"/>
          </p:cNvSpPr>
          <p:nvPr/>
        </p:nvSpPr>
        <p:spPr>
          <a:xfrm>
            <a:off x="11049000" y="2540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r">
              <a:lnSpc>
                <a:spcPct val="120000"/>
              </a:lnSpc>
              <a:buNone/>
            </a:pPr>
            <a:r>
              <a:rPr sz="95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37 / 38</a:t>
            </a:r>
            <a:endParaRPr sz="950"/>
          </a:p>
        </p:txBody>
      </p:sp>
      <p:sp>
        <p:nvSpPr>
          <p:cNvPr id="8" name="shape-8"/>
          <p:cNvSpPr>
            <a:spLocks noGrp="1"/>
          </p:cNvSpPr>
          <p:nvPr/>
        </p:nvSpPr>
        <p:spPr>
          <a:xfrm>
            <a:off x="381000" y="1981200"/>
            <a:ext cx="1168400" cy="381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9" name="shape-9"/>
          <p:cNvSpPr>
            <a:spLocks noGrp="1"/>
          </p:cNvSpPr>
          <p:nvPr/>
        </p:nvSpPr>
        <p:spPr>
          <a:xfrm>
            <a:off x="381000" y="1981200"/>
            <a:ext cx="1168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300"/>
          </a:p>
        </p:txBody>
      </p:sp>
      <p:sp>
        <p:nvSpPr>
          <p:cNvPr id="10" name="shape-10"/>
          <p:cNvSpPr>
            <a:spLocks noGrp="1"/>
          </p:cNvSpPr>
          <p:nvPr/>
        </p:nvSpPr>
        <p:spPr>
          <a:xfrm>
            <a:off x="1778000" y="19812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</a:t>
            </a:r>
            <a:r>
              <a:rPr lang="en-US"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/>
            </a:r>
            <a:r>
              <a:rPr lang="zh-CN" altLang="en-US" sz="1350" b="1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内容</a:t>
            </a:r>
            <a:endParaRPr lang="zh-CN" altLang="en-US" sz="1350" b="1">
              <a:solidFill>
                <a:srgbClr val="E8862D"/>
              </a:solidFill>
              <a:latin typeface="MiSans Normal" charset="-122"/>
              <a:ea typeface="MiSans Normal" charset="-122"/>
              <a:cs typeface="MiSans Normal" charset="-122"/>
            </a:endParaRPr>
          </a:p>
        </p:txBody>
      </p:sp>
      <p:sp>
        <p:nvSpPr>
          <p:cNvPr id="11" name="shape-11"/>
          <p:cNvSpPr>
            <a:spLocks noGrp="1"/>
          </p:cNvSpPr>
          <p:nvPr/>
        </p:nvSpPr>
        <p:spPr>
          <a:xfrm>
            <a:off x="1778000" y="2387600"/>
            <a:ext cx="10033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2" name="shape-12"/>
          <p:cNvSpPr>
            <a:spLocks noGrp="1"/>
          </p:cNvSpPr>
          <p:nvPr/>
        </p:nvSpPr>
        <p:spPr>
          <a:xfrm>
            <a:off x="381000" y="2870200"/>
            <a:ext cx="11430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3" name="shape-13"/>
          <p:cNvSpPr>
            <a:spLocks noGrp="1"/>
          </p:cNvSpPr>
          <p:nvPr/>
        </p:nvSpPr>
        <p:spPr>
          <a:xfrm>
            <a:off x="381000" y="2997200"/>
            <a:ext cx="1168400" cy="381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4" name="shape-14"/>
          <p:cNvSpPr>
            <a:spLocks noGrp="1"/>
          </p:cNvSpPr>
          <p:nvPr/>
        </p:nvSpPr>
        <p:spPr>
          <a:xfrm>
            <a:off x="381000" y="2997200"/>
            <a:ext cx="1168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300"/>
          </a:p>
        </p:txBody>
      </p:sp>
      <p:sp>
        <p:nvSpPr>
          <p:cNvPr id="15" name="shape-15"/>
          <p:cNvSpPr>
            <a:spLocks noGrp="1"/>
          </p:cNvSpPr>
          <p:nvPr/>
        </p:nvSpPr>
        <p:spPr>
          <a:xfrm>
            <a:off x="1778000" y="29972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350"/>
          </a:p>
        </p:txBody>
      </p:sp>
      <p:sp>
        <p:nvSpPr>
          <p:cNvPr id="16" name="shape-16"/>
          <p:cNvSpPr>
            <a:spLocks noGrp="1"/>
          </p:cNvSpPr>
          <p:nvPr/>
        </p:nvSpPr>
        <p:spPr>
          <a:xfrm>
            <a:off x="1778000" y="3403600"/>
            <a:ext cx="10033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100"/>
          </a:p>
        </p:txBody>
      </p:sp>
      <p:sp>
        <p:nvSpPr>
          <p:cNvPr id="17" name="shape-17"/>
          <p:cNvSpPr>
            <a:spLocks noGrp="1"/>
          </p:cNvSpPr>
          <p:nvPr/>
        </p:nvSpPr>
        <p:spPr>
          <a:xfrm>
            <a:off x="381000" y="3886200"/>
            <a:ext cx="11430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18" name="shape-18"/>
          <p:cNvSpPr>
            <a:spLocks noGrp="1"/>
          </p:cNvSpPr>
          <p:nvPr/>
        </p:nvSpPr>
        <p:spPr>
          <a:xfrm>
            <a:off x="381000" y="4013200"/>
            <a:ext cx="1168400" cy="381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9" name="shape-19"/>
          <p:cNvSpPr>
            <a:spLocks noGrp="1"/>
          </p:cNvSpPr>
          <p:nvPr/>
        </p:nvSpPr>
        <p:spPr>
          <a:xfrm>
            <a:off x="381000" y="4013200"/>
            <a:ext cx="1168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300"/>
          </a:p>
        </p:txBody>
      </p:sp>
      <p:sp>
        <p:nvSpPr>
          <p:cNvPr id="20" name="shape-20"/>
          <p:cNvSpPr>
            <a:spLocks noGrp="1"/>
          </p:cNvSpPr>
          <p:nvPr/>
        </p:nvSpPr>
        <p:spPr>
          <a:xfrm>
            <a:off x="1778000" y="40132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50"/>
          </a:p>
        </p:txBody>
      </p:sp>
      <p:sp>
        <p:nvSpPr>
          <p:cNvPr id="21" name="shape-21"/>
          <p:cNvSpPr>
            <a:spLocks noGrp="1"/>
          </p:cNvSpPr>
          <p:nvPr/>
        </p:nvSpPr>
        <p:spPr>
          <a:xfrm>
            <a:off x="1778000" y="4419600"/>
            <a:ext cx="10033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这里填写项目背景、事实依据和后续安排。</a:t>
            </a:r>
            <a:endParaRPr sz="1100"/>
          </a:p>
        </p:txBody>
      </p:sp>
      <p:sp>
        <p:nvSpPr>
          <p:cNvPr id="22" name="shape-22"/>
          <p:cNvSpPr>
            <a:spLocks noGrp="1"/>
          </p:cNvSpPr>
          <p:nvPr/>
        </p:nvSpPr>
        <p:spPr>
          <a:xfrm>
            <a:off x="381000" y="4902200"/>
            <a:ext cx="11430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3" name="shape-23"/>
          <p:cNvSpPr>
            <a:spLocks noGrp="1"/>
          </p:cNvSpPr>
          <p:nvPr/>
        </p:nvSpPr>
        <p:spPr>
          <a:xfrm>
            <a:off x="381000" y="5029200"/>
            <a:ext cx="1168400" cy="381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4" name="shape-24"/>
          <p:cNvSpPr>
            <a:spLocks noGrp="1"/>
          </p:cNvSpPr>
          <p:nvPr/>
        </p:nvSpPr>
        <p:spPr>
          <a:xfrm>
            <a:off x="381000" y="5029200"/>
            <a:ext cx="11684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ctr">
              <a:lnSpc>
                <a:spcPct val="120000"/>
              </a:lnSpc>
              <a:buNone/>
            </a:pPr>
            <a:r>
              <a:rPr sz="1300" b="1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40</a:t>
            </a:r>
            <a:endParaRPr sz="1300"/>
          </a:p>
        </p:txBody>
      </p:sp>
      <p:sp>
        <p:nvSpPr>
          <p:cNvPr id="25" name="shape-25"/>
          <p:cNvSpPr>
            <a:spLocks noGrp="1"/>
          </p:cNvSpPr>
          <p:nvPr/>
        </p:nvSpPr>
        <p:spPr>
          <a:xfrm>
            <a:off x="1778000" y="5029200"/>
            <a:ext cx="330200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35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350"/>
          </a:p>
        </p:txBody>
      </p:sp>
      <p:sp>
        <p:nvSpPr>
          <p:cNvPr id="26" name="shape-26"/>
          <p:cNvSpPr>
            <a:spLocks noGrp="1"/>
          </p:cNvSpPr>
          <p:nvPr/>
        </p:nvSpPr>
        <p:spPr>
          <a:xfrm>
            <a:off x="1778000" y="5397500"/>
            <a:ext cx="10033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buNone/>
            </a:pPr>
            <a:r>
              <a:rPr sz="1100">
                <a:solidFill>
                  <a:srgbClr val="4A5568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100"/>
          </a:p>
        </p:txBody>
      </p:sp>
      <p:sp>
        <p:nvSpPr>
          <p:cNvPr id="27" name="shape-27"/>
          <p:cNvSpPr>
            <a:spLocks noGrp="1"/>
          </p:cNvSpPr>
          <p:nvPr/>
        </p:nvSpPr>
        <p:spPr>
          <a:xfrm>
            <a:off x="381000" y="6197600"/>
            <a:ext cx="11430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28" name="cc-bar"/>
          <p:cNvSpPr>
            <a:spLocks noGrp="1"/>
          </p:cNvSpPr>
          <p:nvPr/>
        </p:nvSpPr>
        <p:spPr>
          <a:xfrm>
            <a:off x="381000" y="6019800"/>
            <a:ext cx="11430000" cy="508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29" name="cc-chip"/>
          <p:cNvSpPr>
            <a:spLocks noGrp="1"/>
          </p:cNvSpPr>
          <p:nvPr/>
        </p:nvSpPr>
        <p:spPr>
          <a:xfrm>
            <a:off x="381000" y="6019800"/>
            <a:ext cx="76200" cy="5080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30" name="cc-txt"/>
          <p:cNvSpPr>
            <a:spLocks noGrp="1"/>
          </p:cNvSpPr>
          <p:nvPr/>
        </p:nvSpPr>
        <p:spPr>
          <a:xfrm>
            <a:off x="660400" y="60198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50">
                <a:solidFill>
                  <a:srgbClr val="FFFFFF"/>
                </a:solidFill>
                <a:latin typeface="MiSans Normal" charset="-122"/>
                <a:ea typeface="MiSans Normal" charset="-122"/>
                <a:cs typeface="MiSans Normal" charset="-122"/>
              </a:rPr>
              <a:t>此处填写已核对的项目事实与结论</a:t>
            </a:r>
            <a:endParaRPr sz="125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9" name="bldg"/>
          <p:cNvPicPr>
            <a:picLocks noChangeAspect="1"/>
          </p:cNvPicPr>
          <p:nvPr/>
        </p:nvPicPr>
        <p:blipFill>
          <a:blip r:embed="rId1"/>
          <a:srcRect t="12562" b="12562"/>
          <a:stretch>
            <a:fillRect/>
          </a:stretch>
        </p:blipFill>
        <p:spPr>
          <a:xfrm>
            <a:off x="7874000" y="0"/>
            <a:ext cx="4318000" cy="6731000"/>
          </a:xfrm>
          <a:prstGeom prst="rect">
            <a:avLst/>
          </a:prstGeom>
          <a:ln>
            <a:noFill/>
          </a:ln>
        </p:spPr>
      </p:pic>
      <p:pic>
        <p:nvPicPr>
          <p:cNvPr id="20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381000"/>
            <a:ext cx="2489200" cy="546100"/>
          </a:xfrm>
          <a:prstGeom prst="rect">
            <a:avLst/>
          </a:prstGeom>
          <a:ln>
            <a:noFill/>
          </a:ln>
        </p:spPr>
      </p:pic>
      <p:sp>
        <p:nvSpPr>
          <p:cNvPr id="4" name="hd-dash"/>
          <p:cNvSpPr>
            <a:spLocks noGrp="1"/>
          </p:cNvSpPr>
          <p:nvPr/>
        </p:nvSpPr>
        <p:spPr>
          <a:xfrm>
            <a:off x="508000" y="1270000"/>
            <a:ext cx="3810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5" name="hd-line"/>
          <p:cNvSpPr>
            <a:spLocks noGrp="1"/>
          </p:cNvSpPr>
          <p:nvPr/>
        </p:nvSpPr>
        <p:spPr>
          <a:xfrm>
            <a:off x="965200" y="1308100"/>
            <a:ext cx="5334000" cy="127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6" name="left-tag"/>
          <p:cNvSpPr>
            <a:spLocks noGrp="1"/>
          </p:cNvSpPr>
          <p:nvPr/>
        </p:nvSpPr>
        <p:spPr>
          <a:xfrm>
            <a:off x="508000" y="2006600"/>
            <a:ext cx="3429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200"/>
          </a:p>
        </p:txBody>
      </p:sp>
      <p:sp>
        <p:nvSpPr>
          <p:cNvPr id="7" name="left-txt"/>
          <p:cNvSpPr>
            <a:spLocks noGrp="1"/>
          </p:cNvSpPr>
          <p:nvPr/>
        </p:nvSpPr>
        <p:spPr>
          <a:xfrm>
            <a:off x="508000" y="24130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</p:txBody>
      </p:sp>
      <p:sp>
        <p:nvSpPr>
          <p:cNvPr id="8" name="vline"/>
          <p:cNvSpPr>
            <a:spLocks noGrp="1"/>
          </p:cNvSpPr>
          <p:nvPr/>
        </p:nvSpPr>
        <p:spPr>
          <a:xfrm>
            <a:off x="4191000" y="2057400"/>
            <a:ext cx="12700" cy="2667000"/>
          </a:xfrm>
          <a:prstGeom prst="rect">
            <a:avLst/>
          </a:prstGeom>
          <a:solidFill>
            <a:srgbClr val="D8DDE5"/>
          </a:solidFill>
          <a:ln>
            <a:noFill/>
          </a:ln>
        </p:spPr>
      </p:sp>
      <p:sp>
        <p:nvSpPr>
          <p:cNvPr id="9" name="right-tag"/>
          <p:cNvSpPr>
            <a:spLocks noGrp="1"/>
          </p:cNvSpPr>
          <p:nvPr/>
        </p:nvSpPr>
        <p:spPr>
          <a:xfrm>
            <a:off x="4572000" y="2006600"/>
            <a:ext cx="3302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b="1" spc="200">
                <a:solidFill>
                  <a:srgbClr val="E8862D"/>
                </a:solidFill>
                <a:latin typeface="MiSans Normal" charset="-122"/>
                <a:ea typeface="MiSans Normal" charset="-122"/>
                <a:cs typeface="MiSans Normal" charset="-122"/>
              </a:rPr>
              <a:t>示例章节</a:t>
            </a:r>
            <a:endParaRPr sz="1200"/>
          </a:p>
        </p:txBody>
      </p:sp>
      <p:sp>
        <p:nvSpPr>
          <p:cNvPr id="10" name="right-txt"/>
          <p:cNvSpPr>
            <a:spLocks noGrp="1"/>
          </p:cNvSpPr>
          <p:nvPr/>
        </p:nvSpPr>
        <p:spPr>
          <a:xfrm>
            <a:off x="4572000" y="2413000"/>
            <a:ext cx="3175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  <a:p>
            <a:pPr algn="l">
              <a:lnSpc>
                <a:spcPct val="160000"/>
              </a:lnSpc>
              <a:buNone/>
            </a:pPr>
            <a:r>
              <a:rPr sz="17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示例内容</a:t>
            </a:r>
            <a:endParaRPr sz="1700"/>
          </a:p>
        </p:txBody>
      </p:sp>
      <p:sp>
        <p:nvSpPr>
          <p:cNvPr id="11" name="arrow-mid"/>
          <p:cNvSpPr>
            <a:spLocks noGrp="1"/>
          </p:cNvSpPr>
          <p:nvPr/>
        </p:nvSpPr>
        <p:spPr>
          <a:xfrm>
            <a:off x="3810000" y="2819400"/>
            <a:ext cx="406400" cy="254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E8862D"/>
          </a:solidFill>
          <a:ln>
            <a:noFill/>
          </a:ln>
        </p:spPr>
      </p:sp>
      <p:sp>
        <p:nvSpPr>
          <p:cNvPr id="12" name="thanks"/>
          <p:cNvSpPr>
            <a:spLocks noGrp="1"/>
          </p:cNvSpPr>
          <p:nvPr/>
        </p:nvSpPr>
        <p:spPr>
          <a:xfrm>
            <a:off x="508000" y="4445000"/>
            <a:ext cx="7112000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3800" b="1">
                <a:solidFill>
                  <a:srgbClr val="16305C"/>
                </a:solidFill>
                <a:latin typeface="MiSans Normal" charset="-122"/>
                <a:ea typeface="MiSans Normal" charset="-122"/>
                <a:cs typeface="MiSans Normal" charset="-122"/>
              </a:rPr>
              <a:t>进展</a:t>
            </a:r>
            <a:endParaRPr sz="3800"/>
          </a:p>
        </p:txBody>
      </p:sp>
      <p:sp>
        <p:nvSpPr>
          <p:cNvPr id="13" name="thanks-dash"/>
          <p:cNvSpPr>
            <a:spLocks noGrp="1"/>
          </p:cNvSpPr>
          <p:nvPr/>
        </p:nvSpPr>
        <p:spPr>
          <a:xfrm>
            <a:off x="508000" y="5334000"/>
            <a:ext cx="584200" cy="63500"/>
          </a:xfrm>
          <a:prstGeom prst="rect">
            <a:avLst/>
          </a:prstGeom>
          <a:solidFill>
            <a:srgbClr val="E8862D"/>
          </a:solidFill>
          <a:ln>
            <a:noFill/>
          </a:ln>
        </p:spPr>
      </p:sp>
      <p:sp>
        <p:nvSpPr>
          <p:cNvPr id="14" name="thanks-en"/>
          <p:cNvSpPr>
            <a:spLocks noGrp="1"/>
          </p:cNvSpPr>
          <p:nvPr/>
        </p:nvSpPr>
        <p:spPr>
          <a:xfrm>
            <a:off x="508000" y="5562600"/>
            <a:ext cx="711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/>
          <a:lstStyle/>
          <a:p>
            <a:pPr algn="l">
              <a:lnSpc>
                <a:spcPct val="120000"/>
              </a:lnSpc>
              <a:buNone/>
            </a:pPr>
            <a:r>
              <a:rPr sz="1200" spc="400">
                <a:solidFill>
                  <a:srgbClr val="6B7382"/>
                </a:solidFill>
                <a:latin typeface="MiSans Normal" charset="-122"/>
                <a:ea typeface="MiSans Normal" charset="-122"/>
                <a:cs typeface="MiSans Normal" charset="-122"/>
              </a:rPr>
              <a:t>请填写本期内容</a:t>
            </a:r>
            <a:endParaRPr sz="1200"/>
          </a:p>
        </p:txBody>
      </p:sp>
      <p:sp>
        <p:nvSpPr>
          <p:cNvPr id="15" name="ft-band"/>
          <p:cNvSpPr>
            <a:spLocks noGrp="1"/>
          </p:cNvSpPr>
          <p:nvPr/>
        </p:nvSpPr>
        <p:spPr>
          <a:xfrm>
            <a:off x="0" y="6731000"/>
            <a:ext cx="12192000" cy="127000"/>
          </a:xfrm>
          <a:prstGeom prst="rect">
            <a:avLst/>
          </a:prstGeom>
          <a:solidFill>
            <a:srgbClr val="16305C"/>
          </a:solidFill>
          <a:ln>
            <a:noFill/>
          </a:ln>
        </p:spPr>
      </p:sp>
      <p:sp>
        <p:nvSpPr>
          <p:cNvPr id="16" name="ft-acc"/>
          <p:cNvSpPr>
            <a:spLocks noGrp="1"/>
          </p:cNvSpPr>
          <p:nvPr/>
        </p:nvSpPr>
        <p:spPr>
          <a:xfrm>
            <a:off x="11226800" y="6731000"/>
            <a:ext cx="228600" cy="127000"/>
          </a:xfrm>
          <a:prstGeom prst="parallelogram">
            <a:avLst/>
          </a:prstGeom>
          <a:solidFill>
            <a:srgbClr val="E8862D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 Normal"/>
        <a:ea typeface="MiSans Normal"/>
        <a:cs typeface="MiSans Normal"/>
      </a:majorFont>
      <a:minorFont>
        <a:latin typeface="MiSans Normal"/>
        <a:ea typeface="MiSans Normal"/>
        <a:cs typeface="MiSans Normal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 Normal"/>
        <a:ea typeface="MiSans Normal"/>
        <a:cs typeface="MiSans Normal"/>
      </a:majorFont>
      <a:minorFont>
        <a:latin typeface="MiSans Normal"/>
        <a:ea typeface="MiSans Normal"/>
        <a:cs typeface="MiSans Normal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ynthetic 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Sans Norm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MiSans Normal"/>
        <a:font script="Hebr" typeface="MiSans Norm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iSans Norm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10778</Words>
  <Application>Microsoft PowerPoint</Application>
  <PresentationFormat>On-screen Show (16:9)</PresentationFormat>
  <Paragraphs>1448</Paragraphs>
  <Slides>38</Slides>
  <Notes>0</Notes>
  <HiddenSlides>0</HiddenSlides>
  <MMClips>0</MMClips>
  <ScaleCrop>false</ScaleCrop>
  <HeadingPairs>
    <vt:vector size="6" baseType="variant">
      <vt:variant>
        <vt:lpstr>Synthetic template</vt:lpstr>
      </vt:variant>
      <vt:variant>
        <vt:i4>7</vt:i4>
      </vt:variant>
      <vt:variant>
        <vt:lpstr>Synthetic template</vt:lpstr>
      </vt:variant>
      <vt:variant>
        <vt:i4>1</vt:i4>
      </vt:variant>
      <vt:variant>
        <vt:lpstr>Synthetic template</vt:lpstr>
      </vt:variant>
      <vt:variant>
        <vt:i4>38</vt:i4>
      </vt:variant>
    </vt:vector>
  </HeadingPairs>
  <TitlesOfParts>
    <vt:vector size="46" baseType="lpstr"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  <vt:lpstr>Synthetic template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38-slide demonstration template</dc:title>
  <dc:creator>Seqara PPT Personal Demo</dc:creator>
  <cp:lastModifiedBy>Seqara PPT Personal Demo</cp:lastModifiedBy>
  <cp:revision>1</cp:revision>
  <dcterms:created xsi:type="dcterms:W3CDTF">2026-09-30T00:00:00Z</dcterms:created>
  <dcterms:modified xsi:type="dcterms:W3CDTF">2026-09-30T00:00:00Z</dcterms:modified>
</cp:coreProperties>
</file>